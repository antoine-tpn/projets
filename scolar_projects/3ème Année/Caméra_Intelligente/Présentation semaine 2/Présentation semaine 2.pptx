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3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3588" cy="6858000"/>
  <p:notesSz cx="6800850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déplacer la diapo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2000" b="0" strike="noStrike" spc="-1">
                <a:latin typeface="Arial"/>
              </a:rPr>
              <a:t>Cliquez pour modifier le format des notes</a:t>
            </a:r>
            <a:endParaRPr lang="fr-FR" sz="20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&lt;en-tête&gt;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>
              <a:buNone/>
              <a:defRPr/>
            </a:pPr>
            <a:r>
              <a:rPr lang="fr-FR" sz="1400" b="0" strike="noStrike" spc="-1">
                <a:latin typeface="Times New Roman"/>
              </a:rPr>
              <a:t>&lt;date/heure&gt;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&lt;pied de page&gt;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buNone/>
              <a:defRPr/>
            </a:pPr>
            <a:fld id="{6D2AB8A8-C34B-4390-941E-70035082ED9E}" type="slidenum">
              <a:rPr lang="fr-FR" sz="1400" b="0" strike="noStrike" spc="-1">
                <a:latin typeface="Times New Roman"/>
              </a:rPr>
              <a:t>&lt;numéro&gt;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48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2" name="Espace réservé du numéro de diapositive 3"/>
          <p:cNvSpPr/>
          <p:nvPr/>
        </p:nvSpPr>
        <p:spPr bwMode="auto">
          <a:xfrm>
            <a:off x="3851280" y="9431280"/>
            <a:ext cx="2945880" cy="496439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36F1318-1D95-4DCF-A577-FEC53878B836}" type="slidenum">
              <a:rPr lang="fr-FR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fr-FR" sz="1200" b="0" strike="noStrike" spc="-1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C3F387-A3E7-A1EA-3CE6-4D56D413A55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78690B-32D2-C37B-8424-386249A6E8CC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C4A60-5BCF-3B39-7885-C069A8EAF6DD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FC681E-DAE8-BC1E-4A67-12B849BF6324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DFEC1F-C25D-1E7E-C8F5-18E2714E7C2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9BDAC-934C-38DE-72C9-6958E907E43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23E885-69EB-4168-7B7B-85BE7C48B76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3899EC-9066-C250-F813-1AA859D50299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 bwMode="auto">
          <a:xfrm>
            <a:off x="1523880" y="3144960"/>
            <a:ext cx="9153359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ZG6 </a:t>
            </a:r>
            <a:endParaRPr lang="fr-FR" sz="24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400" b="0" strike="noStrike" spc="0">
                <a:solidFill>
                  <a:srgbClr val="000000"/>
                </a:solidFill>
                <a:latin typeface="Sofia Pro Bold"/>
                <a:ea typeface="DejaVu Sans"/>
              </a:rPr>
              <a:t>Semaine 1 Présentation</a:t>
            </a:r>
            <a:endParaRPr lang="fr-FR" sz="2400" b="0" strike="noStrike" spc="0">
              <a:latin typeface="Arial"/>
            </a:endParaRPr>
          </a:p>
        </p:txBody>
      </p:sp>
      <p:grpSp>
        <p:nvGrpSpPr>
          <p:cNvPr id="125" name="Groupe 2"/>
          <p:cNvGrpSpPr/>
          <p:nvPr/>
        </p:nvGrpSpPr>
        <p:grpSpPr bwMode="auto">
          <a:xfrm>
            <a:off x="4383000" y="4191120"/>
            <a:ext cx="3423600" cy="55080"/>
            <a:chOff x="4383000" y="4191120"/>
            <a:chExt cx="3423600" cy="55080"/>
          </a:xfrm>
        </p:grpSpPr>
        <p:sp>
          <p:nvSpPr>
            <p:cNvPr id="126" name="Rectangle 15"/>
            <p:cNvSpPr/>
            <p:nvPr/>
          </p:nvSpPr>
          <p:spPr bwMode="auto">
            <a:xfrm>
              <a:off x="4383000" y="419112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Rectangle 16"/>
            <p:cNvSpPr/>
            <p:nvPr/>
          </p:nvSpPr>
          <p:spPr bwMode="auto">
            <a:xfrm>
              <a:off x="5524200" y="419112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Rectangle 17"/>
            <p:cNvSpPr/>
            <p:nvPr/>
          </p:nvSpPr>
          <p:spPr bwMode="auto">
            <a:xfrm>
              <a:off x="6665760" y="419112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Rectangle 18"/>
          <p:cNvSpPr/>
          <p:nvPr/>
        </p:nvSpPr>
        <p:spPr bwMode="auto">
          <a:xfrm>
            <a:off x="2279520" y="404640"/>
            <a:ext cx="1728720" cy="1152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14" descr=""/>
          <p:cNvPicPr/>
          <p:nvPr/>
        </p:nvPicPr>
        <p:blipFill>
          <a:blip r:embed="rId3"/>
          <a:stretch/>
        </p:blipFill>
        <p:spPr bwMode="auto">
          <a:xfrm>
            <a:off x="4730760" y="1455840"/>
            <a:ext cx="2730240" cy="115056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1"/>
          <p:cNvSpPr/>
          <p:nvPr/>
        </p:nvSpPr>
        <p:spPr bwMode="auto">
          <a:xfrm>
            <a:off x="1523880" y="4430880"/>
            <a:ext cx="9136079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18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Équipe 2 : Fromager Louis / Turpin Antoine / Bertucat Antoine / </a:t>
            </a:r>
            <a:endParaRPr lang="fr-FR" sz="18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Vermeulen Mathys /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Fildier Roma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endParaRPr sz="1800" b="0" strike="noStrike" spc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fr-F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210419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Sommaire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766608104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BFD020DE-0D3B-D11C-F786-F766AC7B4A3C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sp>
        <p:nvSpPr>
          <p:cNvPr id="1336124499" name=""/>
          <p:cNvSpPr txBox="1"/>
          <p:nvPr/>
        </p:nvSpPr>
        <p:spPr bwMode="auto">
          <a:xfrm flipH="0" flipV="0">
            <a:off x="708634" y="1876133"/>
            <a:ext cx="10847430" cy="310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27936" indent="-327936">
              <a:buFont typeface="Arial"/>
              <a:buChar char="•"/>
              <a:defRPr/>
            </a:pPr>
            <a:endParaRPr sz="2200">
              <a:solidFill>
                <a:schemeClr val="accent6">
                  <a:lumMod val="75000"/>
                </a:schemeClr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B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ase de données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audios</a:t>
            </a: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endParaRPr sz="2200" b="0" i="0" u="none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AAv2 : Calcul de l’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angle entre le visage et le 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centre de l’image 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27936" indent="-327936">
              <a:buFont typeface="Arial"/>
              <a:buChar char="•"/>
              <a:defRPr/>
            </a:pPr>
            <a:endParaRPr sz="2200">
              <a:solidFill>
                <a:schemeClr val="accent6">
                  <a:lumMod val="75000"/>
                </a:schemeClr>
              </a:solidFill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P</a:t>
            </a:r>
            <a:r>
              <a:rPr lang="en-US" sz="22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rotocole de test</a:t>
            </a:r>
            <a:endParaRPr lang="en-US" sz="2200" b="0" i="0" u="none" strike="noStrike" cap="none" spc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endParaRPr sz="2200"/>
          </a:p>
          <a:p>
            <a:pPr marL="283879" indent="-283879">
              <a:buFont typeface="Arial"/>
              <a:buChar char="•"/>
              <a:defRPr/>
            </a:pP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644240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-1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3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9A79D9-B065-4914-802C-70D62E3FF20D}" type="slidenum">
              <a:rPr lang="fr-FR" sz="17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&lt;numéro&gt;</a:t>
            </a:fld>
            <a:endParaRPr lang="fr-FR" sz="1700" b="0" strike="noStrike" spc="-1">
              <a:latin typeface="Arial"/>
            </a:endParaRPr>
          </a:p>
        </p:txBody>
      </p:sp>
      <p:sp>
        <p:nvSpPr>
          <p:cNvPr id="134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800" b="0" strike="noStrike" spc="-1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-1">
              <a:latin typeface="Arial"/>
            </a:endParaRPr>
          </a:p>
        </p:txBody>
      </p:sp>
      <p:sp>
        <p:nvSpPr>
          <p:cNvPr id="135" name="Espace réservé du pied de page 4"/>
          <p:cNvSpPr/>
          <p:nvPr/>
        </p:nvSpPr>
        <p:spPr bwMode="auto">
          <a:xfrm>
            <a:off x="1871640" y="6345720"/>
            <a:ext cx="499248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6" name="Espace réservé du contenu 3"/>
          <p:cNvSpPr/>
          <p:nvPr/>
        </p:nvSpPr>
        <p:spPr bwMode="auto">
          <a:xfrm>
            <a:off x="550800" y="3141720"/>
            <a:ext cx="10945440" cy="15822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defRPr/>
            </a:pPr>
            <a:endParaRPr/>
          </a:p>
        </p:txBody>
      </p:sp>
      <p:pic>
        <p:nvPicPr>
          <p:cNvPr id="1441137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46329" y="1428658"/>
            <a:ext cx="12139699" cy="3426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985147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492171415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58AC534C-FF06-2FAE-B5DF-1B06181470DE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7441992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79535" y="1153583"/>
            <a:ext cx="10232328" cy="5090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280848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AAv1 :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Schéma d’ensemble du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système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408074785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FEB738D8-2D9A-02B3-D2FD-12A85F1D53F9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14120449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4323" y="1185333"/>
            <a:ext cx="9442752" cy="5054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386892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Positionnement des micros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1205449182" name=""/>
          <p:cNvPicPr>
            <a:picLocks noChangeAspect="1"/>
          </p:cNvPicPr>
          <p:nvPr/>
        </p:nvPicPr>
        <p:blipFill>
          <a:blip r:embed="rId3"/>
          <a:srcRect l="0" t="0" r="0" b="18741"/>
          <a:stretch/>
        </p:blipFill>
        <p:spPr bwMode="auto">
          <a:xfrm flipH="0" flipV="0">
            <a:off x="1542780" y="2106232"/>
            <a:ext cx="3590868" cy="3890492"/>
          </a:xfrm>
          <a:prstGeom prst="rect">
            <a:avLst/>
          </a:prstGeom>
        </p:spPr>
      </p:pic>
      <p:sp>
        <p:nvSpPr>
          <p:cNvPr id="1505590634" name=""/>
          <p:cNvSpPr txBox="1"/>
          <p:nvPr/>
        </p:nvSpPr>
        <p:spPr bwMode="auto">
          <a:xfrm flipH="0" flipV="0">
            <a:off x="1542780" y="1562709"/>
            <a:ext cx="1092837" cy="442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"/>
              <a:t>Avant :</a:t>
            </a:r>
            <a:endParaRPr/>
          </a:p>
        </p:txBody>
      </p:sp>
      <p:sp>
        <p:nvSpPr>
          <p:cNvPr id="487190388" name=""/>
          <p:cNvSpPr txBox="1"/>
          <p:nvPr/>
        </p:nvSpPr>
        <p:spPr bwMode="auto">
          <a:xfrm flipH="0" flipV="0">
            <a:off x="6896936" y="1663912"/>
            <a:ext cx="1108954" cy="442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"/>
              <a:t>Après :</a:t>
            </a:r>
            <a:endParaRPr/>
          </a:p>
        </p:txBody>
      </p:sp>
      <p:pic>
        <p:nvPicPr>
          <p:cNvPr id="259348987" name=""/>
          <p:cNvPicPr>
            <a:picLocks noChangeAspect="1"/>
          </p:cNvPicPr>
          <p:nvPr/>
        </p:nvPicPr>
        <p:blipFill>
          <a:blip r:embed="rId4"/>
          <a:srcRect l="33980" t="18429" r="32772" b="28670"/>
          <a:stretch/>
        </p:blipFill>
        <p:spPr bwMode="auto">
          <a:xfrm flipH="0" flipV="0">
            <a:off x="6896936" y="2106232"/>
            <a:ext cx="4199049" cy="3758265"/>
          </a:xfrm>
          <a:prstGeom prst="rect">
            <a:avLst/>
          </a:prstGeom>
        </p:spPr>
      </p:pic>
      <p:sp>
        <p:nvSpPr>
          <p:cNvPr id="68899126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2EEDD848-7032-A208-C9E5-6251C26309EB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38078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B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ase de données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audios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394660834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D8082C5C-74C0-E886-BC3E-C2605FBC402F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1076573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7812" y="1953031"/>
            <a:ext cx="5842609" cy="3311118"/>
          </a:xfrm>
          <a:prstGeom prst="rect">
            <a:avLst/>
          </a:prstGeom>
        </p:spPr>
      </p:pic>
      <p:pic>
        <p:nvPicPr>
          <p:cNvPr id="11580699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797867" y="456406"/>
            <a:ext cx="5324912" cy="2854344"/>
          </a:xfrm>
          <a:prstGeom prst="rect">
            <a:avLst/>
          </a:prstGeom>
        </p:spPr>
      </p:pic>
      <p:pic>
        <p:nvPicPr>
          <p:cNvPr id="12824633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797867" y="3429000"/>
            <a:ext cx="5324912" cy="2600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093229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AAv2 : Calcul de l’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angle entre le visage et le 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centre de l’image 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89737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49052" y="1362798"/>
            <a:ext cx="5293894" cy="4854030"/>
          </a:xfrm>
          <a:prstGeom prst="rect">
            <a:avLst/>
          </a:prstGeom>
        </p:spPr>
      </p:pic>
      <p:sp>
        <p:nvSpPr>
          <p:cNvPr id="1352206641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C2C357E5-F7B2-70CF-4727-C3A7ABC054EA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7183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AAv3 : P</a:t>
            </a:r>
            <a:r>
              <a:rPr lang="en-US" sz="2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rotocole de test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594929238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800" b="0" strike="noStrike" spc="0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0">
              <a:latin typeface="Arial"/>
            </a:endParaRPr>
          </a:p>
        </p:txBody>
      </p:sp>
      <p:sp>
        <p:nvSpPr>
          <p:cNvPr id="102278831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99C28BA2-80E8-A660-8C2C-70BB5A55B1B2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sp>
        <p:nvSpPr>
          <p:cNvPr id="2078759058" name="PlaceHolder 1"/>
          <p:cNvSpPr>
            <a:spLocks noGrp="1"/>
          </p:cNvSpPr>
          <p:nvPr/>
        </p:nvSpPr>
        <p:spPr bwMode="auto">
          <a:xfrm flipH="0" flipV="0">
            <a:off x="4155999" y="2554068"/>
            <a:ext cx="2714105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sz="2600" b="0" strike="noStrike" spc="0">
                <a:solidFill>
                  <a:schemeClr val="accent6">
                    <a:lumMod val="75000"/>
                  </a:schemeClr>
                </a:solidFill>
                <a:latin typeface="Arial"/>
              </a:rPr>
              <a:t>Vidéos de tests :</a:t>
            </a:r>
            <a:endParaRPr sz="2600" b="0" strike="noStrike" spc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0047335" name=""/>
          <p:cNvPicPr>
            <a:picLocks noChangeAspect="1"/>
          </p:cNvPicPr>
          <p:nvPr/>
        </p:nvPicPr>
        <p:blipFill>
          <a:blip r:embed="rId3"/>
          <a:srcRect l="3250" t="29232" r="8548" b="23379"/>
          <a:stretch/>
        </p:blipFill>
        <p:spPr bwMode="auto">
          <a:xfrm flipH="0" flipV="0">
            <a:off x="72655" y="1857373"/>
            <a:ext cx="11740336" cy="3548062"/>
          </a:xfrm>
          <a:prstGeom prst="rect">
            <a:avLst/>
          </a:prstGeom>
        </p:spPr>
      </p:pic>
      <p:sp>
        <p:nvSpPr>
          <p:cNvPr id="110293554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Diagramme de Gantt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9010282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1B58E26C-E1F8-BD45-3721-F9EC0C20BF27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Espace réservé du numéro de diapositive 2"/>
          <p:cNvSpPr/>
          <p:nvPr/>
        </p:nvSpPr>
        <p:spPr bwMode="auto">
          <a:xfrm>
            <a:off x="1121904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96F0EF4-D611-4F4B-867B-596D26F94F8C}" type="slidenum">
              <a:rPr lang="fr-FR" sz="18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6</a:t>
            </a:fld>
            <a:endParaRPr lang="fr-FR" sz="1800" b="0" strike="noStrike" spc="-1">
              <a:latin typeface="Arial"/>
            </a:endParaRPr>
          </a:p>
        </p:txBody>
      </p:sp>
      <p:sp>
        <p:nvSpPr>
          <p:cNvPr id="174" name="Rectangle 1"/>
          <p:cNvSpPr/>
          <p:nvPr/>
        </p:nvSpPr>
        <p:spPr bwMode="auto">
          <a:xfrm>
            <a:off x="4384800" y="3643200"/>
            <a:ext cx="3423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MERCI POUR VOTRE ATTENTION</a:t>
            </a:r>
            <a:endParaRPr lang="fr-FR" sz="2400" b="0" strike="noStrike" spc="-1">
              <a:latin typeface="Arial"/>
            </a:endParaRPr>
          </a:p>
        </p:txBody>
      </p:sp>
      <p:grpSp>
        <p:nvGrpSpPr>
          <p:cNvPr id="175" name="Groupe 2"/>
          <p:cNvGrpSpPr/>
          <p:nvPr/>
        </p:nvGrpSpPr>
        <p:grpSpPr bwMode="auto">
          <a:xfrm>
            <a:off x="4383000" y="4722840"/>
            <a:ext cx="3423600" cy="55080"/>
            <a:chOff x="4383000" y="4722840"/>
            <a:chExt cx="3423600" cy="55080"/>
          </a:xfrm>
        </p:grpSpPr>
        <p:sp>
          <p:nvSpPr>
            <p:cNvPr id="176" name="Rectangle 8"/>
            <p:cNvSpPr/>
            <p:nvPr/>
          </p:nvSpPr>
          <p:spPr bwMode="auto">
            <a:xfrm>
              <a:off x="4383000" y="472284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Rectangle 9"/>
            <p:cNvSpPr/>
            <p:nvPr/>
          </p:nvSpPr>
          <p:spPr bwMode="auto">
            <a:xfrm>
              <a:off x="5524200" y="472284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Rectangle 10"/>
            <p:cNvSpPr/>
            <p:nvPr/>
          </p:nvSpPr>
          <p:spPr bwMode="auto">
            <a:xfrm>
              <a:off x="6665760" y="472284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9" name="Image 12" descr=""/>
          <p:cNvPicPr/>
          <p:nvPr/>
        </p:nvPicPr>
        <p:blipFill>
          <a:blip r:embed="rId3"/>
          <a:stretch/>
        </p:blipFill>
        <p:spPr bwMode="auto">
          <a:xfrm>
            <a:off x="4730760" y="1700280"/>
            <a:ext cx="2730240" cy="1150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onlyoffice/8.1.1.26</Application>
  <DocSecurity>0</DocSecurity>
  <PresentationFormat/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stephane</dc:creator>
  <cp:keywords/>
  <dc:description/>
  <dc:identifier/>
  <dc:language>fr-FR</dc:language>
  <cp:lastModifiedBy>Antoine BERTUCAT</cp:lastModifiedBy>
  <cp:revision>564</cp:revision>
  <dcterms:created xsi:type="dcterms:W3CDTF">2012-07-19T16:45:53Z</dcterms:created>
  <dcterms:modified xsi:type="dcterms:W3CDTF">2025-06-15T21:02:05Z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</vt:i4>
  </property>
  <property fmtid="{D5CDD505-2E9C-101B-9397-08002B2CF9AE}" pid="4" name="Slides">
    <vt:i4>7</vt:i4>
  </property>
</Properties>
</file>