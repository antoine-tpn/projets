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36.xml" ContentType="application/vnd.openxmlformats-officedocument.presentationml.slideLayout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2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4.xml" ContentType="application/vnd.openxmlformats-officedocument.theme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docProps/custom.xml" ContentType="application/vnd.openxmlformats-officedocument.custom-properties+xml"/>
  <Override PartName="/ppt/slides/slide6.xml" ContentType="application/vnd.openxmlformats-officedocument.presentationml.slid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35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Masters/slideMaster3.xml" ContentType="application/vnd.openxmlformats-officedocument.presentationml.slideMaster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8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  <p:sldMasterId id="2147483661" r:id="rId2"/>
    <p:sldMasterId id="2147483674" r:id="rId3"/>
  </p:sldMasterIdLst>
  <p:notesMasterIdLst>
    <p:notesMasterId r:id="rId23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3588" cy="6858000"/>
  <p:notesSz cx="6800850" cy="9928225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12" d="112"/>
          <a:sy n="108" d="115"/>
        </p:scale>
        <p:origin x="47" y="114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theme" Target="theme/theme1.xml"/><Relationship Id="rId5" Type="http://schemas.openxmlformats.org/officeDocument/2006/relationships/theme" Target="theme/theme2.xml"/><Relationship Id="rId6" Type="http://schemas.openxmlformats.org/officeDocument/2006/relationships/theme" Target="theme/theme3.xml"/><Relationship Id="rId7" Type="http://schemas.openxmlformats.org/officeDocument/2006/relationships/theme" Target="theme/theme4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 /><Relationship Id="rId25" Type="http://schemas.openxmlformats.org/officeDocument/2006/relationships/tableStyles" Target="tableStyles.xml" /><Relationship Id="rId2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 bwMode="auto"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r>
              <a:rPr lang="fr-FR" sz="4400" b="0" strike="noStrike" spc="-1">
                <a:latin typeface="Arial"/>
              </a:rPr>
              <a:t>Cliquez pour déplacer la diapo</a:t>
            </a:r>
            <a:endParaRPr lang="fr-FR" sz="4400" b="0" strike="noStrike" spc="-1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 bwMode="auto">
          <a:xfrm>
            <a:off x="756000" y="5078520"/>
            <a:ext cx="6047640" cy="481103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r>
              <a:rPr lang="fr-FR" sz="2000" b="0" strike="noStrike" spc="-1">
                <a:latin typeface="Arial"/>
              </a:rPr>
              <a:t>Cliquez pour modifier le format des notes</a:t>
            </a:r>
            <a:endParaRPr lang="fr-FR" sz="2000" b="0" strike="noStrike" spc="-1"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r>
              <a:rPr lang="fr-FR" sz="1400" b="0" strike="noStrike" spc="-1">
                <a:latin typeface="Times New Roman"/>
              </a:rPr>
              <a:t>&lt;en-tête&gt;</a:t>
            </a:r>
            <a:endParaRPr lang="fr-FR" sz="1400" b="0" strike="noStrike" spc="-1">
              <a:latin typeface="Times New Roman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 type="dt"/>
          </p:nvPr>
        </p:nvSpPr>
        <p:spPr bwMode="auto"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>
              <a:buNone/>
              <a:defRPr/>
            </a:pPr>
            <a:r>
              <a:rPr lang="fr-FR" sz="1400" b="0" strike="noStrike" spc="-1">
                <a:latin typeface="Times New Roman"/>
              </a:rPr>
              <a:t>&lt;date/heure&gt;</a:t>
            </a:r>
            <a:endParaRPr lang="fr-FR" sz="1400" b="0" strike="noStrike" spc="-1">
              <a:latin typeface="Times New Roman"/>
            </a:endParaRPr>
          </a:p>
        </p:txBody>
      </p:sp>
      <p:sp>
        <p:nvSpPr>
          <p:cNvPr id="122" name="PlaceHolder 5"/>
          <p:cNvSpPr>
            <a:spLocks noGrp="1"/>
          </p:cNvSpPr>
          <p:nvPr>
            <p:ph type="ftr"/>
          </p:nvPr>
        </p:nvSpPr>
        <p:spPr bwMode="auto"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>
              <a:defRPr/>
            </a:pPr>
            <a:r>
              <a:rPr lang="fr-FR" sz="1400" b="0" strike="noStrike" spc="-1">
                <a:latin typeface="Times New Roman"/>
              </a:rPr>
              <a:t>&lt;pied de page&gt;</a:t>
            </a:r>
            <a:endParaRPr lang="fr-FR" sz="1400" b="0" strike="noStrike" spc="-1">
              <a:latin typeface="Times New Roman"/>
            </a:endParaRPr>
          </a:p>
        </p:txBody>
      </p:sp>
      <p:sp>
        <p:nvSpPr>
          <p:cNvPr id="123" name="PlaceHolder 6"/>
          <p:cNvSpPr>
            <a:spLocks noGrp="1"/>
          </p:cNvSpPr>
          <p:nvPr>
            <p:ph type="sldNum"/>
          </p:nvPr>
        </p:nvSpPr>
        <p:spPr bwMode="auto"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buNone/>
              <a:defRPr/>
            </a:pPr>
            <a:fld id="{6D2AB8A8-C34B-4390-941E-70035082ED9E}" type="slidenum">
              <a:rPr lang="fr-FR" sz="1400" b="0" strike="noStrike" spc="-1">
                <a:latin typeface="Times New Roman"/>
              </a:rPr>
              <a:t>&lt;numéro&gt;</a:t>
            </a:fld>
            <a:endParaRPr lang="fr-FR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 bwMode="auto">
          <a:xfrm>
            <a:off x="90359" y="744480"/>
            <a:ext cx="6617880" cy="372384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 bwMode="auto">
          <a:xfrm>
            <a:off x="679320" y="4716360"/>
            <a:ext cx="5439960" cy="446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fr-FR" sz="2000" b="0" strike="noStrike" spc="-1">
              <a:latin typeface="Arial"/>
            </a:endParaRPr>
          </a:p>
        </p:txBody>
      </p:sp>
      <p:sp>
        <p:nvSpPr>
          <p:cNvPr id="182" name="Espace réservé du numéro de diapositive 3"/>
          <p:cNvSpPr/>
          <p:nvPr/>
        </p:nvSpPr>
        <p:spPr bwMode="auto">
          <a:xfrm>
            <a:off x="3851280" y="9431280"/>
            <a:ext cx="2945880" cy="496439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636F1318-1D95-4DCF-A577-FEC53878B836}" type="slidenum">
              <a:rPr lang="fr-FR" sz="1200" b="0" strike="noStrike" spc="-1">
                <a:solidFill>
                  <a:srgbClr val="000000"/>
                </a:solidFill>
                <a:latin typeface="Calibri"/>
              </a:rPr>
              <a:t>6</a:t>
            </a:fld>
            <a:endParaRPr lang="fr-FR" sz="1200" b="0" strike="noStrike" spc="-1"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C3F387-A3E7-A1EA-3CE6-4D56D413A559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 bwMode="auto">
          <a:xfrm>
            <a:off x="90359" y="744120"/>
            <a:ext cx="6617880" cy="372384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 bwMode="auto">
          <a:xfrm>
            <a:off x="679320" y="4716360"/>
            <a:ext cx="5439960" cy="44686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>
              <a:defRPr/>
            </a:pPr>
            <a:endParaRPr lang="fr-FR" sz="2000" b="0" strike="noStrike" spc="-1"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/>
          </p:nvPr>
        </p:nvSpPr>
        <p:spPr bwMode="auto">
          <a:xfrm>
            <a:off x="3851280" y="9431280"/>
            <a:ext cx="2945880" cy="496439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p>
            <a:pPr>
              <a:defRPr/>
            </a:pPr>
            <a:endParaRPr lang="fr-FR" sz="2400" b="0" strike="noStrike" spc="-1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678690B-32D2-C37B-8424-386249A6E8CC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1C4A60-5BCF-3B39-7885-C069A8EAF6DD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FC681E-DAE8-BC1E-4A67-12B849BF6324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DFEC1F-C25D-1E7E-C8F5-18E2714E7C22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59BDAC-934C-38DE-72C9-6958E907E43B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E17727-CEE7-B000-35B1-A165B84CA745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DB36D1-B784-B53F-B367-77C8F755A9A6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2908CC-80BB-BFDA-2B14-27BA95FC99E1}" type="slidenum">
              <a:rPr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A3662E-FA69-B208-6F8E-397DB9390C1D}" type="slidenum">
              <a:rPr/>
              <a:t/>
            </a:fld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19F41F-CE74-56A4-8743-32B93CB26F65}" type="slidenum">
              <a:rPr/>
              <a:t/>
            </a:fld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CB6A07-5A1C-1556-D074-03941EE317C3}" type="slidenum">
              <a:rPr/>
              <a:t/>
            </a:fld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 bwMode="auto">
          <a:xfrm>
            <a:off x="90359" y="744120"/>
            <a:ext cx="6617880" cy="372384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 bwMode="auto">
          <a:xfrm>
            <a:off x="679320" y="4716360"/>
            <a:ext cx="5439960" cy="44686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>
              <a:defRPr/>
            </a:pPr>
            <a:endParaRPr lang="fr-FR" sz="2000" b="0" strike="noStrike" spc="-1"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/>
          </p:nvPr>
        </p:nvSpPr>
        <p:spPr bwMode="auto">
          <a:xfrm>
            <a:off x="3851280" y="9431280"/>
            <a:ext cx="2945880" cy="496439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p>
            <a:pPr>
              <a:defRPr/>
            </a:pPr>
            <a:endParaRPr lang="fr-FR" sz="2400" b="0" strike="noStrike" spc="-1">
              <a:latin typeface="Times New Roman"/>
            </a:endParaRPr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 bwMode="auto">
          <a:xfrm>
            <a:off x="609480" y="273600"/>
            <a:ext cx="1097352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 bwMode="auto">
          <a:xfrm>
            <a:off x="62326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 bwMode="auto">
          <a:xfrm>
            <a:off x="62326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 bwMode="auto">
          <a:xfrm>
            <a:off x="432000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 bwMode="auto">
          <a:xfrm>
            <a:off x="803052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 bwMode="auto">
          <a:xfrm>
            <a:off x="432000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 bwMode="auto">
          <a:xfrm>
            <a:off x="803052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 bwMode="auto">
          <a:xfrm>
            <a:off x="609480" y="273600"/>
            <a:ext cx="1097352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 bwMode="auto">
          <a:xfrm>
            <a:off x="62326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/>
          </p:nvPr>
        </p:nvSpPr>
        <p:spPr bwMode="auto">
          <a:xfrm>
            <a:off x="62326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 bwMode="auto">
          <a:xfrm>
            <a:off x="432000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 bwMode="auto">
          <a:xfrm>
            <a:off x="803052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/>
          </p:nvPr>
        </p:nvSpPr>
        <p:spPr bwMode="auto">
          <a:xfrm>
            <a:off x="432000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/>
          </p:nvPr>
        </p:nvSpPr>
        <p:spPr bwMode="auto">
          <a:xfrm>
            <a:off x="803052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ubTitle"/>
          </p:nvPr>
        </p:nvSpPr>
        <p:spPr bwMode="auto">
          <a:xfrm>
            <a:off x="609480" y="273600"/>
            <a:ext cx="1097352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/>
          </p:nvPr>
        </p:nvSpPr>
        <p:spPr bwMode="auto">
          <a:xfrm>
            <a:off x="62326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10" name="PlaceHolder 5"/>
          <p:cNvSpPr>
            <a:spLocks noGrp="1"/>
          </p:cNvSpPr>
          <p:nvPr>
            <p:ph/>
          </p:nvPr>
        </p:nvSpPr>
        <p:spPr bwMode="auto">
          <a:xfrm>
            <a:off x="62326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 bwMode="auto">
          <a:xfrm>
            <a:off x="432000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 bwMode="auto">
          <a:xfrm>
            <a:off x="803052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16" name="PlaceHolder 6"/>
          <p:cNvSpPr>
            <a:spLocks noGrp="1"/>
          </p:cNvSpPr>
          <p:nvPr>
            <p:ph/>
          </p:nvPr>
        </p:nvSpPr>
        <p:spPr bwMode="auto">
          <a:xfrm>
            <a:off x="432000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17" name="PlaceHolder 7"/>
          <p:cNvSpPr>
            <a:spLocks noGrp="1"/>
          </p:cNvSpPr>
          <p:nvPr>
            <p:ph/>
          </p:nvPr>
        </p:nvSpPr>
        <p:spPr bwMode="auto">
          <a:xfrm>
            <a:off x="803052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6.xml"/><Relationship Id="rId13" Type="http://schemas.openxmlformats.org/officeDocument/2006/relationships/theme" Target="../theme/theme3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r>
              <a:rPr lang="fr-FR" sz="4400" b="0" strike="noStrike" spc="-1">
                <a:latin typeface="Arial"/>
              </a:rPr>
              <a:t>Cliquez pour éditer le format du texte-titre</a:t>
            </a:r>
            <a:endParaRPr lang="fr-FR" sz="4400" b="0" strike="noStrike" spc="-1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3200" b="0" strike="noStrike" spc="-1">
                <a:latin typeface="Arial"/>
              </a:rPr>
              <a:t>Cliquez pour éditer le format du plan de texte</a:t>
            </a:r>
            <a:endParaRPr lang="fr-FR" sz="3200" b="0" strike="noStrike" spc="-1"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fr-FR" sz="2800" b="0" strike="noStrike" spc="-1">
                <a:latin typeface="Arial"/>
              </a:rPr>
              <a:t>Second niveau de plan</a:t>
            </a:r>
            <a:endParaRPr lang="fr-FR" sz="2800" b="0" strike="noStrike" spc="-1"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400" b="0" strike="noStrike" spc="-1">
                <a:latin typeface="Arial"/>
              </a:rPr>
              <a:t>Troisième niveau de plan</a:t>
            </a:r>
            <a:endParaRPr lang="fr-FR" sz="2400" b="0" strike="noStrike" spc="-1"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fr-FR" sz="2000" b="0" strike="noStrike" spc="-1">
                <a:latin typeface="Arial"/>
              </a:rPr>
              <a:t>Quatrième niveau de plan</a:t>
            </a:r>
            <a:endParaRPr lang="fr-FR" sz="2000" b="0" strike="noStrike" spc="-1"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strike="noStrike" spc="-1">
                <a:latin typeface="Arial"/>
              </a:rPr>
              <a:t>Cinquième niveau de plan</a:t>
            </a:r>
            <a:endParaRPr lang="fr-FR" sz="2000" b="0" strike="noStrike" spc="-1"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strike="noStrike" spc="-1">
                <a:latin typeface="Arial"/>
              </a:rPr>
              <a:t>Sixième niveau de plan</a:t>
            </a:r>
            <a:endParaRPr lang="fr-FR" sz="2000" b="0" strike="noStrike" spc="-1"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strike="noStrike" spc="-1">
                <a:latin typeface="Arial"/>
              </a:rPr>
              <a:t>Septième niveau de plan</a:t>
            </a:r>
            <a:endParaRPr lang="fr-FR" sz="2000" b="0" strike="noStrike" spc="-1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" name="Rectangle 1"/>
          <p:cNvSpPr/>
          <p:nvPr/>
        </p:nvSpPr>
        <p:spPr bwMode="auto">
          <a:xfrm>
            <a:off x="0" y="6270480"/>
            <a:ext cx="12191760" cy="5871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9" name="Image 2" descr=""/>
          <p:cNvPicPr/>
          <p:nvPr/>
        </p:nvPicPr>
        <p:blipFill>
          <a:blip r:embed="rId14"/>
          <a:stretch/>
        </p:blipFill>
        <p:spPr bwMode="auto">
          <a:xfrm>
            <a:off x="550800" y="6348240"/>
            <a:ext cx="998280" cy="425160"/>
          </a:xfrm>
          <a:prstGeom prst="rect">
            <a:avLst/>
          </a:prstGeom>
          <a:ln w="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r>
              <a:rPr lang="fr-FR" sz="4400" b="0" strike="noStrike" spc="-1">
                <a:latin typeface="Arial"/>
              </a:rPr>
              <a:t>Cliquez pour éditer le format du texte-titre</a:t>
            </a:r>
            <a:endParaRPr lang="fr-FR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3200" b="0" strike="noStrike" spc="-1">
                <a:latin typeface="Arial"/>
              </a:rPr>
              <a:t>Cliquez pour éditer le format du plan de texte</a:t>
            </a:r>
            <a:endParaRPr lang="fr-FR" sz="3200" b="0" strike="noStrike" spc="-1"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fr-FR" sz="2800" b="0" strike="noStrike" spc="-1">
                <a:latin typeface="Arial"/>
              </a:rPr>
              <a:t>Second niveau de plan</a:t>
            </a:r>
            <a:endParaRPr lang="fr-FR" sz="2800" b="0" strike="noStrike" spc="-1"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400" b="0" strike="noStrike" spc="-1">
                <a:latin typeface="Arial"/>
              </a:rPr>
              <a:t>Troisième niveau de plan</a:t>
            </a:r>
            <a:endParaRPr lang="fr-FR" sz="2400" b="0" strike="noStrike" spc="-1"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fr-FR" sz="2000" b="0" strike="noStrike" spc="-1">
                <a:latin typeface="Arial"/>
              </a:rPr>
              <a:t>Quatrième niveau de plan</a:t>
            </a:r>
            <a:endParaRPr lang="fr-FR" sz="2000" b="0" strike="noStrike" spc="-1"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strike="noStrike" spc="-1">
                <a:latin typeface="Arial"/>
              </a:rPr>
              <a:t>Cinquième niveau de plan</a:t>
            </a:r>
            <a:endParaRPr lang="fr-FR" sz="2000" b="0" strike="noStrike" spc="-1"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strike="noStrike" spc="-1">
                <a:latin typeface="Arial"/>
              </a:rPr>
              <a:t>Sixième niveau de plan</a:t>
            </a:r>
            <a:endParaRPr lang="fr-FR" sz="2000" b="0" strike="noStrike" spc="-1"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strike="noStrike" spc="-1">
                <a:latin typeface="Arial"/>
              </a:rPr>
              <a:t>Septième niveau de plan</a:t>
            </a:r>
            <a:endParaRPr lang="fr-FR" sz="2000" b="0" strike="noStrike" spc="-1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" name="Rectangle 1"/>
          <p:cNvSpPr/>
          <p:nvPr/>
        </p:nvSpPr>
        <p:spPr bwMode="auto">
          <a:xfrm>
            <a:off x="0" y="6270480"/>
            <a:ext cx="12191760" cy="5871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79" name="Image 2" descr=""/>
          <p:cNvPicPr/>
          <p:nvPr/>
        </p:nvPicPr>
        <p:blipFill>
          <a:blip r:embed="rId14"/>
          <a:stretch/>
        </p:blipFill>
        <p:spPr bwMode="auto">
          <a:xfrm>
            <a:off x="550800" y="6348240"/>
            <a:ext cx="998280" cy="425160"/>
          </a:xfrm>
          <a:prstGeom prst="rect">
            <a:avLst/>
          </a:prstGeom>
          <a:ln w="0">
            <a:noFill/>
          </a:ln>
        </p:spPr>
      </p:pic>
      <p:sp>
        <p:nvSpPr>
          <p:cNvPr id="80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r>
              <a:rPr lang="fr-FR" sz="4400" b="0" strike="noStrike" spc="-1">
                <a:latin typeface="Arial"/>
              </a:rPr>
              <a:t>Cliquez pour éditer le format du texte-titre</a:t>
            </a:r>
            <a:endParaRPr lang="fr-FR" sz="4400" b="0" strike="noStrike" spc="-1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3200" b="0" strike="noStrike" spc="-1">
                <a:latin typeface="Arial"/>
              </a:rPr>
              <a:t>Cliquez pour éditer le format du plan de texte</a:t>
            </a:r>
            <a:endParaRPr lang="fr-FR" sz="3200" b="0" strike="noStrike" spc="-1"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fr-FR" sz="2800" b="0" strike="noStrike" spc="-1">
                <a:latin typeface="Arial"/>
              </a:rPr>
              <a:t>Second niveau de plan</a:t>
            </a:r>
            <a:endParaRPr lang="fr-FR" sz="2800" b="0" strike="noStrike" spc="-1"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400" b="0" strike="noStrike" spc="-1">
                <a:latin typeface="Arial"/>
              </a:rPr>
              <a:t>Troisième niveau de plan</a:t>
            </a:r>
            <a:endParaRPr lang="fr-FR" sz="2400" b="0" strike="noStrike" spc="-1"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fr-FR" sz="2000" b="0" strike="noStrike" spc="-1">
                <a:latin typeface="Arial"/>
              </a:rPr>
              <a:t>Quatrième niveau de plan</a:t>
            </a:r>
            <a:endParaRPr lang="fr-FR" sz="2000" b="0" strike="noStrike" spc="-1"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strike="noStrike" spc="-1">
                <a:latin typeface="Arial"/>
              </a:rPr>
              <a:t>Cinquième niveau de plan</a:t>
            </a:r>
            <a:endParaRPr lang="fr-FR" sz="2000" b="0" strike="noStrike" spc="-1"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strike="noStrike" spc="-1">
                <a:latin typeface="Arial"/>
              </a:rPr>
              <a:t>Sixième niveau de plan</a:t>
            </a:r>
            <a:endParaRPr lang="fr-FR" sz="2000" b="0" strike="noStrike" spc="-1"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strike="noStrike" spc="-1">
                <a:latin typeface="Arial"/>
              </a:rPr>
              <a:t>Septième niveau de plan</a:t>
            </a:r>
            <a:endParaRPr lang="fr-FR" sz="2000" b="0" strike="noStrike" spc="-1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" name="Rectangle 1"/>
          <p:cNvSpPr/>
          <p:nvPr/>
        </p:nvSpPr>
        <p:spPr bwMode="auto">
          <a:xfrm>
            <a:off x="1523880" y="3144960"/>
            <a:ext cx="9154078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fr-FR" sz="2400" b="0" strike="noStrike" spc="-1">
                <a:solidFill>
                  <a:srgbClr val="000000"/>
                </a:solidFill>
                <a:latin typeface="Sofia Pro Bold"/>
                <a:ea typeface="DejaVu Sans"/>
              </a:rPr>
              <a:t>ZG6 </a:t>
            </a:r>
            <a:endParaRPr lang="fr-FR" sz="2400" b="0" strike="noStrike" spc="0">
              <a:solidFill>
                <a:srgbClr val="000000"/>
              </a:solidFill>
              <a:latin typeface="Sofia Pro Bold"/>
              <a:ea typeface="DejaVu Sans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r>
              <a:rPr lang="fr-FR" sz="2400" b="0" strike="noStrike" spc="0">
                <a:solidFill>
                  <a:srgbClr val="000000"/>
                </a:solidFill>
                <a:latin typeface="Sofia Pro Bold"/>
                <a:ea typeface="DejaVu Sans"/>
              </a:rPr>
              <a:t>Semaine 3 Présentation</a:t>
            </a:r>
            <a:endParaRPr lang="fr-FR" sz="2400" b="0" strike="noStrike" spc="0">
              <a:latin typeface="Arial"/>
            </a:endParaRPr>
          </a:p>
        </p:txBody>
      </p:sp>
      <p:grpSp>
        <p:nvGrpSpPr>
          <p:cNvPr id="125" name="Groupe 2"/>
          <p:cNvGrpSpPr/>
          <p:nvPr/>
        </p:nvGrpSpPr>
        <p:grpSpPr bwMode="auto">
          <a:xfrm>
            <a:off x="4383000" y="4191120"/>
            <a:ext cx="3423600" cy="55080"/>
            <a:chOff x="4383000" y="4191120"/>
            <a:chExt cx="3423600" cy="55080"/>
          </a:xfrm>
        </p:grpSpPr>
        <p:sp>
          <p:nvSpPr>
            <p:cNvPr id="126" name="Rectangle 15"/>
            <p:cNvSpPr/>
            <p:nvPr/>
          </p:nvSpPr>
          <p:spPr bwMode="auto">
            <a:xfrm>
              <a:off x="4383000" y="4191120"/>
              <a:ext cx="1140840" cy="55080"/>
            </a:xfrm>
            <a:prstGeom prst="rect">
              <a:avLst/>
            </a:prstGeom>
            <a:solidFill>
              <a:srgbClr val="EE8A1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" name="Rectangle 16"/>
            <p:cNvSpPr/>
            <p:nvPr/>
          </p:nvSpPr>
          <p:spPr bwMode="auto">
            <a:xfrm>
              <a:off x="5524200" y="4191120"/>
              <a:ext cx="1141200" cy="55080"/>
            </a:xfrm>
            <a:prstGeom prst="rect">
              <a:avLst/>
            </a:prstGeom>
            <a:solidFill>
              <a:srgbClr val="96D4E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8" name="Rectangle 17"/>
            <p:cNvSpPr/>
            <p:nvPr/>
          </p:nvSpPr>
          <p:spPr bwMode="auto">
            <a:xfrm>
              <a:off x="6665760" y="4191120"/>
              <a:ext cx="1140840" cy="55080"/>
            </a:xfrm>
            <a:prstGeom prst="rect">
              <a:avLst/>
            </a:prstGeom>
            <a:solidFill>
              <a:srgbClr val="ED759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9" name="Rectangle 18"/>
          <p:cNvSpPr/>
          <p:nvPr/>
        </p:nvSpPr>
        <p:spPr bwMode="auto">
          <a:xfrm>
            <a:off x="2279520" y="404640"/>
            <a:ext cx="1728720" cy="11523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30" name="Image 14" descr=""/>
          <p:cNvPicPr/>
          <p:nvPr/>
        </p:nvPicPr>
        <p:blipFill>
          <a:blip r:embed="rId3"/>
          <a:stretch/>
        </p:blipFill>
        <p:spPr bwMode="auto">
          <a:xfrm>
            <a:off x="4730760" y="1455840"/>
            <a:ext cx="2730240" cy="1150560"/>
          </a:xfrm>
          <a:prstGeom prst="rect">
            <a:avLst/>
          </a:prstGeom>
          <a:ln w="0">
            <a:noFill/>
          </a:ln>
        </p:spPr>
      </p:pic>
      <p:sp>
        <p:nvSpPr>
          <p:cNvPr id="131" name="Rectangle 1"/>
          <p:cNvSpPr/>
          <p:nvPr/>
        </p:nvSpPr>
        <p:spPr bwMode="auto">
          <a:xfrm>
            <a:off x="1523880" y="4430880"/>
            <a:ext cx="9137157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fr-FR" sz="1800" b="0" strike="noStrike" spc="-1">
                <a:solidFill>
                  <a:srgbClr val="000000"/>
                </a:solidFill>
                <a:latin typeface="Sofia Pro Bold"/>
                <a:ea typeface="DejaVu Sans"/>
              </a:rPr>
              <a:t>Équipe 2 : Fromagé Louis / Turpin Antoine / Bertucat Antoine / </a:t>
            </a:r>
            <a:endParaRPr lang="fr-FR" sz="1800" b="0" strike="noStrike" spc="0">
              <a:solidFill>
                <a:srgbClr val="000000"/>
              </a:solidFill>
              <a:latin typeface="Sofia Pro Bold"/>
              <a:ea typeface="DejaVu Sans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r>
              <a:rPr sz="18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Vermeulen Mathys /</a:t>
            </a:r>
            <a:r>
              <a:rPr sz="18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8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Fildier Roma</a:t>
            </a:r>
            <a:r>
              <a:rPr sz="18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in</a:t>
            </a:r>
            <a:endParaRPr sz="1800" b="0" strike="noStrike" spc="0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fr-FR" sz="1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5210419" name="PlaceHolder 1"/>
          <p:cNvSpPr>
            <a:spLocks noGrp="1"/>
          </p:cNvSpPr>
          <p:nvPr/>
        </p:nvSpPr>
        <p:spPr bwMode="auto">
          <a:xfrm>
            <a:off x="609480" y="644239"/>
            <a:ext cx="1097244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r>
              <a:rPr lang="fr-FR" sz="2600" b="0" strike="noStrike" spc="0">
                <a:solidFill>
                  <a:srgbClr val="EE8A1C"/>
                </a:solidFill>
                <a:latin typeface="Sofia Pro Black"/>
              </a:rPr>
              <a:t>Sommaire</a:t>
            </a:r>
            <a:endParaRPr lang="fr-FR" sz="2600" b="0" strike="noStrike" spc="0">
              <a:latin typeface="Arial"/>
            </a:endParaRPr>
          </a:p>
        </p:txBody>
      </p:sp>
      <p:sp>
        <p:nvSpPr>
          <p:cNvPr id="766608104" name="Espace réservé du numéro de diapositive 2"/>
          <p:cNvSpPr/>
          <p:nvPr/>
        </p:nvSpPr>
        <p:spPr bwMode="auto">
          <a:xfrm>
            <a:off x="10609200" y="6356520"/>
            <a:ext cx="972720" cy="3646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fld id="{BFD020DE-0D3B-D11C-F786-F766AC7B4A3C}" type="slidenum">
              <a:rPr lang="fr-FR" sz="1700" b="0" strike="noStrike" spc="0">
                <a:solidFill>
                  <a:srgbClr val="FFFFFF"/>
                </a:solidFill>
                <a:latin typeface="Sofia Pro Black"/>
                <a:ea typeface="DejaVu Sans"/>
              </a:rPr>
              <a:t/>
            </a:fld>
            <a:endParaRPr lang="fr-FR" sz="1700" b="0" strike="noStrike" spc="0">
              <a:latin typeface="Arial"/>
            </a:endParaRPr>
          </a:p>
        </p:txBody>
      </p:sp>
      <p:sp>
        <p:nvSpPr>
          <p:cNvPr id="1336124499" name=""/>
          <p:cNvSpPr txBox="1"/>
          <p:nvPr/>
        </p:nvSpPr>
        <p:spPr bwMode="auto">
          <a:xfrm flipH="0" flipV="0">
            <a:off x="708633" y="1876132"/>
            <a:ext cx="10851389" cy="344459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27936" indent="-327936">
              <a:buFont typeface="Arial"/>
              <a:buChar char="•"/>
              <a:defRPr/>
            </a:pPr>
            <a:r>
              <a:rPr sz="2200" b="0" i="0" u="none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AAv1 : </a:t>
            </a:r>
            <a:r>
              <a:rPr lang="en-US" sz="22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Schéma d’ensemble du </a:t>
            </a:r>
            <a:r>
              <a:rPr lang="en-US" sz="22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système</a:t>
            </a:r>
            <a:endParaRPr lang="en-US" sz="2200" b="0" i="0" u="none" strike="noStrike" cap="none" spc="0">
              <a:solidFill>
                <a:schemeClr val="accent6">
                  <a:lumMod val="75000"/>
                </a:schemeClr>
              </a:solidFill>
              <a:latin typeface="Calibri"/>
              <a:cs typeface="Calibri"/>
            </a:endParaRPr>
          </a:p>
          <a:p>
            <a:pPr marL="327936" indent="-327936">
              <a:buFont typeface="Arial"/>
              <a:buChar char="•"/>
              <a:defRPr/>
            </a:pPr>
            <a:endParaRPr sz="2200">
              <a:solidFill>
                <a:schemeClr val="accent6">
                  <a:lumMod val="75000"/>
                </a:schemeClr>
              </a:solidFill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sz="2200" b="0" i="0" u="none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AAv3 : B</a:t>
            </a:r>
            <a:r>
              <a:rPr lang="en-US" sz="22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ase de données </a:t>
            </a:r>
            <a:r>
              <a:rPr lang="en-US" sz="22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audios</a:t>
            </a:r>
            <a:r>
              <a:rPr sz="2200" b="0" i="0" u="none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endParaRPr lang="en-US" sz="2200" b="0" i="0" u="none" strike="noStrike" cap="none" spc="0">
              <a:solidFill>
                <a:schemeClr val="accent6">
                  <a:lumMod val="75000"/>
                </a:schemeClr>
              </a:solidFill>
              <a:latin typeface="Calibri"/>
              <a:cs typeface="Calibri"/>
            </a:endParaRPr>
          </a:p>
          <a:p>
            <a:pPr marL="283878" indent="-283878">
              <a:buFont typeface="Arial"/>
              <a:buChar char="•"/>
              <a:defRPr/>
            </a:pPr>
            <a:endParaRPr sz="2200" b="0" i="0" u="none">
              <a:solidFill>
                <a:schemeClr val="accent6">
                  <a:lumMod val="75000"/>
                </a:schemeClr>
              </a:solidFill>
              <a:latin typeface="Calibri"/>
              <a:ea typeface="Calibri"/>
              <a:cs typeface="Calibri"/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lang="en-US" sz="22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2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AAv3 : </a:t>
            </a:r>
            <a:r>
              <a:rPr lang="en-US" sz="22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Interface graphique</a:t>
            </a:r>
            <a:endParaRPr lang="en-US" sz="2200" b="0" i="0" u="none" strike="noStrike" cap="none" spc="0">
              <a:solidFill>
                <a:schemeClr val="accent6">
                  <a:lumMod val="75000"/>
                </a:schemeClr>
              </a:solidFill>
              <a:latin typeface="Times New Roman"/>
              <a:cs typeface="Times New Roman"/>
            </a:endParaRPr>
          </a:p>
          <a:p>
            <a:pPr marL="327935" indent="-327935">
              <a:buFont typeface="Arial"/>
              <a:buChar char="•"/>
              <a:defRPr/>
            </a:pPr>
            <a:endParaRPr lang="en-US" sz="2200" b="0" i="0" u="none" strike="noStrike" cap="none" spc="0">
              <a:solidFill>
                <a:schemeClr val="accent6">
                  <a:lumMod val="75000"/>
                </a:schemeClr>
              </a:solidFill>
              <a:latin typeface="Calibri"/>
              <a:cs typeface="Calibri"/>
            </a:endParaRPr>
          </a:p>
          <a:p>
            <a:pPr marL="327935" indent="-327935">
              <a:buFont typeface="Arial"/>
              <a:buChar char="•"/>
              <a:defRPr/>
            </a:pPr>
            <a:r>
              <a:rPr lang="en-US" sz="22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AAv2 :</a:t>
            </a:r>
            <a:r>
              <a:rPr lang="en-US" sz="22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2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Intégration Audio et Image fonctionnelle sur le </a:t>
            </a:r>
            <a:r>
              <a:rPr lang="en-US" sz="22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prototype</a:t>
            </a:r>
            <a:endParaRPr lang="en-US" sz="2200" b="0" i="0" u="none" strike="noStrike" cap="none" spc="0">
              <a:solidFill>
                <a:schemeClr val="accent6">
                  <a:lumMod val="75000"/>
                </a:schemeClr>
              </a:solidFill>
              <a:latin typeface="Times New Roman"/>
              <a:cs typeface="Times New Roman"/>
            </a:endParaRPr>
          </a:p>
          <a:p>
            <a:pPr marL="327936" indent="-327936">
              <a:buFont typeface="Arial"/>
              <a:buChar char="•"/>
              <a:defRPr/>
            </a:pPr>
            <a:endParaRPr lang="en-US" sz="2200" b="0" i="0" u="none" strike="noStrike" cap="none" spc="0">
              <a:solidFill>
                <a:schemeClr val="accent6">
                  <a:lumMod val="75000"/>
                </a:schemeClr>
              </a:solidFill>
              <a:latin typeface="Calibri"/>
              <a:cs typeface="Calibri"/>
            </a:endParaRPr>
          </a:p>
          <a:p>
            <a:pPr>
              <a:defRPr/>
            </a:pPr>
            <a:endParaRPr sz="2200"/>
          </a:p>
          <a:p>
            <a:pPr marL="283879" indent="-283879">
              <a:buFont typeface="Arial"/>
              <a:buChar char="•"/>
              <a:defRPr/>
            </a:pPr>
            <a:endParaRPr sz="2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644240"/>
            <a:ext cx="1097244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AAv1 : </a:t>
            </a: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Schéma d’ensemble du </a:t>
            </a: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système</a:t>
            </a:r>
            <a:endParaRPr sz="2600" b="0" strike="noStrike" spc="-1">
              <a:solidFill>
                <a:schemeClr val="accent6">
                  <a:lumMod val="75000"/>
                </a:schemeClr>
              </a:solidFill>
              <a:latin typeface="Arial"/>
            </a:endParaRPr>
          </a:p>
        </p:txBody>
      </p:sp>
      <p:sp>
        <p:nvSpPr>
          <p:cNvPr id="133" name="Espace réservé du numéro de diapositive 2"/>
          <p:cNvSpPr/>
          <p:nvPr/>
        </p:nvSpPr>
        <p:spPr bwMode="auto">
          <a:xfrm>
            <a:off x="10609200" y="6356520"/>
            <a:ext cx="972720" cy="3646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469A79D9-B065-4914-802C-70D62E3FF20D}" type="slidenum">
              <a:rPr lang="fr-FR" sz="1700" b="0" strike="noStrike" spc="-1">
                <a:solidFill>
                  <a:srgbClr val="FFFFFF"/>
                </a:solidFill>
                <a:latin typeface="Sofia Pro Black"/>
                <a:ea typeface="DejaVu Sans"/>
              </a:rPr>
              <a:t>&lt;numéro&gt;</a:t>
            </a:fld>
            <a:endParaRPr lang="fr-FR" sz="1700" b="0" strike="noStrike" spc="-1">
              <a:latin typeface="Arial"/>
            </a:endParaRPr>
          </a:p>
        </p:txBody>
      </p:sp>
      <p:sp>
        <p:nvSpPr>
          <p:cNvPr id="134" name="Espace réservé de la date 3"/>
          <p:cNvSpPr/>
          <p:nvPr/>
        </p:nvSpPr>
        <p:spPr bwMode="auto">
          <a:xfrm>
            <a:off x="7026120" y="6453360"/>
            <a:ext cx="3390840" cy="2152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fr-FR" sz="800" b="0" strike="noStrike" spc="-1">
                <a:solidFill>
                  <a:srgbClr val="898989"/>
                </a:solidFill>
                <a:latin typeface="Sofia Pro Light"/>
                <a:ea typeface="DejaVu Sans"/>
              </a:rPr>
              <a:t>Équipe 2</a:t>
            </a:r>
            <a:endParaRPr lang="fr-FR" sz="800" b="0" strike="noStrike" spc="-1">
              <a:latin typeface="Arial"/>
            </a:endParaRPr>
          </a:p>
        </p:txBody>
      </p:sp>
      <p:sp>
        <p:nvSpPr>
          <p:cNvPr id="135" name="Espace réservé du pied de page 4"/>
          <p:cNvSpPr/>
          <p:nvPr/>
        </p:nvSpPr>
        <p:spPr bwMode="auto">
          <a:xfrm>
            <a:off x="1871640" y="6345720"/>
            <a:ext cx="4992480" cy="2152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sz="1800" b="0" strike="noStrike" spc="-1">
              <a:solidFill>
                <a:schemeClr val="bg1"/>
              </a:solidFill>
              <a:latin typeface="Arial"/>
            </a:endParaRPr>
          </a:p>
        </p:txBody>
      </p:sp>
      <p:sp>
        <p:nvSpPr>
          <p:cNvPr id="136" name="Espace réservé du contenu 3"/>
          <p:cNvSpPr/>
          <p:nvPr/>
        </p:nvSpPr>
        <p:spPr bwMode="auto">
          <a:xfrm>
            <a:off x="550800" y="3141720"/>
            <a:ext cx="10945440" cy="158220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defRPr/>
            </a:pPr>
            <a:endParaRPr/>
          </a:p>
        </p:txBody>
      </p:sp>
      <p:pic>
        <p:nvPicPr>
          <p:cNvPr id="1187317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208" y="1587499"/>
            <a:ext cx="12159582" cy="35484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7985147" name="PlaceHolder 1"/>
          <p:cNvSpPr>
            <a:spLocks noGrp="1"/>
          </p:cNvSpPr>
          <p:nvPr/>
        </p:nvSpPr>
        <p:spPr bwMode="auto">
          <a:xfrm>
            <a:off x="609480" y="644239"/>
            <a:ext cx="1097244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AAv1 : </a:t>
            </a: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Schéma d’ensemble du </a:t>
            </a: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système</a:t>
            </a:r>
            <a:endParaRPr sz="2600" b="0" strike="noStrike" spc="0">
              <a:solidFill>
                <a:schemeClr val="accent6">
                  <a:lumMod val="75000"/>
                </a:schemeClr>
              </a:solidFill>
              <a:latin typeface="Arial"/>
            </a:endParaRPr>
          </a:p>
        </p:txBody>
      </p:sp>
      <p:sp>
        <p:nvSpPr>
          <p:cNvPr id="1492171415" name="Espace réservé du numéro de diapositive 2"/>
          <p:cNvSpPr/>
          <p:nvPr/>
        </p:nvSpPr>
        <p:spPr bwMode="auto">
          <a:xfrm>
            <a:off x="10609200" y="6356520"/>
            <a:ext cx="972720" cy="3646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fld id="{58AC534C-FF06-2FAE-B5DF-1B06181470DE}" type="slidenum">
              <a:rPr lang="fr-FR" sz="1700" b="0" strike="noStrike" spc="0">
                <a:solidFill>
                  <a:srgbClr val="FFFFFF"/>
                </a:solidFill>
                <a:latin typeface="Sofia Pro Black"/>
                <a:ea typeface="DejaVu Sans"/>
              </a:rPr>
              <a:t/>
            </a:fld>
            <a:endParaRPr lang="fr-FR" sz="1700" b="0" strike="noStrike" spc="0">
              <a:latin typeface="Arial"/>
            </a:endParaRPr>
          </a:p>
        </p:txBody>
      </p:sp>
      <p:pic>
        <p:nvPicPr>
          <p:cNvPr id="5928912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42079" y="1108081"/>
            <a:ext cx="10507840" cy="50089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1280848" name="PlaceHolder 1"/>
          <p:cNvSpPr>
            <a:spLocks noGrp="1"/>
          </p:cNvSpPr>
          <p:nvPr/>
        </p:nvSpPr>
        <p:spPr bwMode="auto">
          <a:xfrm>
            <a:off x="609480" y="644239"/>
            <a:ext cx="1097244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AAv1 : </a:t>
            </a: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Schéma d’ensemble du </a:t>
            </a: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système</a:t>
            </a:r>
            <a:endParaRPr sz="2600" b="0" strike="noStrike" spc="0">
              <a:solidFill>
                <a:schemeClr val="accent6">
                  <a:lumMod val="75000"/>
                </a:schemeClr>
              </a:solidFill>
              <a:latin typeface="Arial"/>
            </a:endParaRPr>
          </a:p>
        </p:txBody>
      </p:sp>
      <p:sp>
        <p:nvSpPr>
          <p:cNvPr id="408074785" name="Espace réservé du numéro de diapositive 2"/>
          <p:cNvSpPr/>
          <p:nvPr/>
        </p:nvSpPr>
        <p:spPr bwMode="auto">
          <a:xfrm>
            <a:off x="10609200" y="6356520"/>
            <a:ext cx="972720" cy="3646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fld id="{FEB738D8-2D9A-02B3-D2FD-12A85F1D53F9}" type="slidenum">
              <a:rPr lang="fr-FR" sz="1700" b="0" strike="noStrike" spc="0">
                <a:solidFill>
                  <a:srgbClr val="FFFFFF"/>
                </a:solidFill>
                <a:latin typeface="Sofia Pro Black"/>
                <a:ea typeface="DejaVu Sans"/>
              </a:rPr>
              <a:t/>
            </a:fld>
            <a:endParaRPr lang="fr-FR" sz="1700" b="0" strike="noStrike" spc="0">
              <a:latin typeface="Arial"/>
            </a:endParaRPr>
          </a:p>
        </p:txBody>
      </p:sp>
      <p:pic>
        <p:nvPicPr>
          <p:cNvPr id="70446004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29621" y="1183623"/>
            <a:ext cx="9332156" cy="50214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7386892" name="PlaceHolder 1"/>
          <p:cNvSpPr>
            <a:spLocks noGrp="1"/>
          </p:cNvSpPr>
          <p:nvPr/>
        </p:nvSpPr>
        <p:spPr bwMode="auto">
          <a:xfrm>
            <a:off x="609480" y="644238"/>
            <a:ext cx="1097244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8" algn="l"/>
              </a:tabLst>
              <a:defRPr/>
            </a:pP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AAv3 : Positionnement des micros</a:t>
            </a:r>
            <a:endParaRPr sz="2600" b="0" strike="noStrike" spc="0">
              <a:solidFill>
                <a:schemeClr val="accent6">
                  <a:lumMod val="75000"/>
                </a:schemeClr>
              </a:solidFill>
              <a:latin typeface="Arial"/>
            </a:endParaRPr>
          </a:p>
        </p:txBody>
      </p:sp>
      <p:pic>
        <p:nvPicPr>
          <p:cNvPr id="1205449182" name=""/>
          <p:cNvPicPr>
            <a:picLocks noChangeAspect="1"/>
          </p:cNvPicPr>
          <p:nvPr/>
        </p:nvPicPr>
        <p:blipFill>
          <a:blip r:embed="rId3"/>
          <a:srcRect l="0" t="0" r="0" b="18741"/>
          <a:stretch/>
        </p:blipFill>
        <p:spPr bwMode="auto">
          <a:xfrm flipH="0" flipV="0">
            <a:off x="1542780" y="2274319"/>
            <a:ext cx="3590868" cy="3890492"/>
          </a:xfrm>
          <a:prstGeom prst="rect">
            <a:avLst/>
          </a:prstGeom>
        </p:spPr>
      </p:pic>
      <p:sp>
        <p:nvSpPr>
          <p:cNvPr id="1505590634" name=""/>
          <p:cNvSpPr txBox="1"/>
          <p:nvPr/>
        </p:nvSpPr>
        <p:spPr bwMode="auto">
          <a:xfrm flipH="0" flipV="0">
            <a:off x="1542780" y="1783868"/>
            <a:ext cx="1092837" cy="4423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300"/>
              <a:t>Avant :</a:t>
            </a:r>
            <a:endParaRPr/>
          </a:p>
        </p:txBody>
      </p:sp>
      <p:sp>
        <p:nvSpPr>
          <p:cNvPr id="487190388" name=""/>
          <p:cNvSpPr txBox="1"/>
          <p:nvPr/>
        </p:nvSpPr>
        <p:spPr bwMode="auto">
          <a:xfrm flipH="0" flipV="0">
            <a:off x="6896935" y="1783868"/>
            <a:ext cx="1108954" cy="4423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300"/>
              <a:t>Après :</a:t>
            </a:r>
            <a:endParaRPr/>
          </a:p>
        </p:txBody>
      </p:sp>
      <p:sp>
        <p:nvSpPr>
          <p:cNvPr id="688991267" name="Espace réservé du numéro de diapositive 2"/>
          <p:cNvSpPr/>
          <p:nvPr/>
        </p:nvSpPr>
        <p:spPr bwMode="auto">
          <a:xfrm>
            <a:off x="10609200" y="6356520"/>
            <a:ext cx="972720" cy="3646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fld id="{2EEDD848-7032-A208-C9E5-6251C26309EB}" type="slidenum">
              <a:rPr lang="fr-FR" sz="1700" b="0" strike="noStrike" spc="0">
                <a:solidFill>
                  <a:srgbClr val="FFFFFF"/>
                </a:solidFill>
                <a:latin typeface="Sofia Pro Black"/>
                <a:ea typeface="DejaVu Sans"/>
              </a:rPr>
              <a:t/>
            </a:fld>
            <a:endParaRPr lang="fr-FR" sz="1700" b="0" strike="noStrike" spc="0">
              <a:latin typeface="Arial"/>
            </a:endParaRPr>
          </a:p>
        </p:txBody>
      </p:sp>
      <p:pic>
        <p:nvPicPr>
          <p:cNvPr id="880794924" name=""/>
          <p:cNvPicPr>
            <a:picLocks noChangeAspect="1"/>
          </p:cNvPicPr>
          <p:nvPr/>
        </p:nvPicPr>
        <p:blipFill>
          <a:blip r:embed="rId4"/>
          <a:srcRect l="0" t="22064" r="-6840" b="9680"/>
          <a:stretch/>
        </p:blipFill>
        <p:spPr bwMode="auto">
          <a:xfrm flipH="0" flipV="0">
            <a:off x="6896935" y="2274319"/>
            <a:ext cx="3651774" cy="3890493"/>
          </a:xfrm>
          <a:prstGeom prst="rect">
            <a:avLst/>
          </a:prstGeom>
        </p:spPr>
      </p:pic>
      <p:sp>
        <p:nvSpPr>
          <p:cNvPr id="422847625" name=""/>
          <p:cNvSpPr txBox="1"/>
          <p:nvPr/>
        </p:nvSpPr>
        <p:spPr bwMode="auto">
          <a:xfrm flipH="0" flipV="0">
            <a:off x="2424705" y="1183671"/>
            <a:ext cx="13625380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/>
              <a:t>Distance entre les micros réglable, permettant de passer de </a:t>
            </a:r>
            <a:endParaRPr sz="2000"/>
          </a:p>
          <a:p>
            <a:pPr>
              <a:defRPr/>
            </a:pPr>
            <a:r>
              <a:rPr sz="2000"/>
              <a:t>25cm à 45 cm (21 à 41 échantillons) pour plus de précision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7380783" name="PlaceHolder 1"/>
          <p:cNvSpPr>
            <a:spLocks noGrp="1"/>
          </p:cNvSpPr>
          <p:nvPr/>
        </p:nvSpPr>
        <p:spPr bwMode="auto">
          <a:xfrm>
            <a:off x="609480" y="644239"/>
            <a:ext cx="1097244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AAv3 : B</a:t>
            </a: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ase de données </a:t>
            </a: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audios</a:t>
            </a: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endParaRPr sz="2600" b="0" strike="noStrike" spc="0">
              <a:solidFill>
                <a:schemeClr val="accent6">
                  <a:lumMod val="75000"/>
                </a:schemeClr>
              </a:solidFill>
              <a:latin typeface="Arial"/>
            </a:endParaRPr>
          </a:p>
        </p:txBody>
      </p:sp>
      <p:sp>
        <p:nvSpPr>
          <p:cNvPr id="394660834" name="Espace réservé du numéro de diapositive 2"/>
          <p:cNvSpPr/>
          <p:nvPr/>
        </p:nvSpPr>
        <p:spPr bwMode="auto">
          <a:xfrm>
            <a:off x="10609200" y="6356520"/>
            <a:ext cx="972720" cy="3646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fld id="{D8082C5C-74C0-E886-BC3E-C2605FBC402F}" type="slidenum">
              <a:rPr lang="fr-FR" sz="1700" b="0" strike="noStrike" spc="0">
                <a:solidFill>
                  <a:srgbClr val="FFFFFF"/>
                </a:solidFill>
                <a:latin typeface="Sofia Pro Black"/>
                <a:ea typeface="DejaVu Sans"/>
              </a:rPr>
              <a:t/>
            </a:fld>
            <a:endParaRPr lang="fr-FR" sz="1700" b="0" strike="noStrike" spc="0">
              <a:latin typeface="Arial"/>
            </a:endParaRPr>
          </a:p>
        </p:txBody>
      </p:sp>
      <p:pic>
        <p:nvPicPr>
          <p:cNvPr id="15237259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7812" y="1953030"/>
            <a:ext cx="5842608" cy="3311118"/>
          </a:xfrm>
          <a:prstGeom prst="rect">
            <a:avLst/>
          </a:prstGeom>
        </p:spPr>
      </p:pic>
      <p:pic>
        <p:nvPicPr>
          <p:cNvPr id="98487369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495795" y="294484"/>
            <a:ext cx="5626983" cy="3016265"/>
          </a:xfrm>
          <a:prstGeom prst="rect">
            <a:avLst/>
          </a:prstGeom>
        </p:spPr>
      </p:pic>
      <p:pic>
        <p:nvPicPr>
          <p:cNvPr id="197864618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6413755" y="3371272"/>
            <a:ext cx="5791062" cy="26941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093229" name="PlaceHolder 1"/>
          <p:cNvSpPr>
            <a:spLocks noGrp="1"/>
          </p:cNvSpPr>
          <p:nvPr/>
        </p:nvSpPr>
        <p:spPr bwMode="auto">
          <a:xfrm>
            <a:off x="609480" y="644238"/>
            <a:ext cx="1097244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8" algn="l"/>
              </a:tabLst>
              <a:defRPr/>
            </a:pP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AAv3 : </a:t>
            </a: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Interface graphique et détection faciale</a:t>
            </a:r>
            <a:endParaRPr sz="2600" b="0" strike="noStrike" spc="0">
              <a:solidFill>
                <a:schemeClr val="accent6">
                  <a:lumMod val="75000"/>
                </a:schemeClr>
              </a:solidFill>
              <a:latin typeface="Arial"/>
            </a:endParaRPr>
          </a:p>
        </p:txBody>
      </p:sp>
      <p:sp>
        <p:nvSpPr>
          <p:cNvPr id="1352206641" name="Espace réservé du numéro de diapositive 2"/>
          <p:cNvSpPr/>
          <p:nvPr/>
        </p:nvSpPr>
        <p:spPr bwMode="auto">
          <a:xfrm>
            <a:off x="10609200" y="6356520"/>
            <a:ext cx="972720" cy="3646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fld id="{C2C357E5-F7B2-70CF-4727-C3A7ABC054EA}" type="slidenum">
              <a:rPr lang="fr-FR" sz="1700" b="0" strike="noStrike" spc="0">
                <a:solidFill>
                  <a:srgbClr val="FFFFFF"/>
                </a:solidFill>
                <a:latin typeface="Sofia Pro Black"/>
                <a:ea typeface="DejaVu Sans"/>
              </a:rPr>
              <a:t/>
            </a:fld>
            <a:endParaRPr lang="fr-FR" sz="1700" b="0" strike="noStrike" spc="0">
              <a:latin typeface="Arial"/>
            </a:endParaRPr>
          </a:p>
        </p:txBody>
      </p:sp>
      <p:pic>
        <p:nvPicPr>
          <p:cNvPr id="3702700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09480" y="1292613"/>
            <a:ext cx="5959790" cy="4885453"/>
          </a:xfrm>
          <a:prstGeom prst="rect">
            <a:avLst/>
          </a:prstGeom>
        </p:spPr>
      </p:pic>
      <p:sp>
        <p:nvSpPr>
          <p:cNvPr id="785611936" name=""/>
          <p:cNvSpPr/>
          <p:nvPr/>
        </p:nvSpPr>
        <p:spPr bwMode="auto">
          <a:xfrm>
            <a:off x="7160068" y="1794709"/>
            <a:ext cx="4044580" cy="8537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Avec locuteur détecté :</a:t>
            </a:r>
            <a:endParaRPr/>
          </a:p>
          <a:p>
            <a:pPr marL="217793" indent="-217793">
              <a:buFont typeface="Arial"/>
              <a:buChar char="•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Utiliser l’azimut donné par la DOA</a:t>
            </a:r>
            <a:endParaRPr b="0"/>
          </a:p>
          <a:p>
            <a:pPr marL="217793" indent="-217793">
              <a:buFont typeface="Arial"/>
              <a:buChar char="•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Ignorer si écart &lt; ±5°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(évite les oscillations)</a:t>
            </a:r>
            <a:endParaRPr b="0"/>
          </a:p>
          <a:p>
            <a:pPr marL="217793" indent="-217793">
              <a:buFont typeface="Arial"/>
              <a:buChar char="•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 cible atteinte → vérifier présence d’un visage dans ±10°</a:t>
            </a:r>
            <a:endParaRPr/>
          </a:p>
        </p:txBody>
      </p:sp>
      <p:sp>
        <p:nvSpPr>
          <p:cNvPr id="232195127" name=""/>
          <p:cNvSpPr/>
          <p:nvPr/>
        </p:nvSpPr>
        <p:spPr bwMode="auto">
          <a:xfrm>
            <a:off x="7141349" y="2881539"/>
            <a:ext cx="4063300" cy="6709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Sans locuteur détecté :</a:t>
            </a:r>
            <a:endParaRPr/>
          </a:p>
          <a:p>
            <a:pPr marL="217793" indent="-217793">
              <a:buFont typeface="Arial"/>
              <a:buChar char="•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Utiliser l’azimut donné par la détection faciale sans limite d’angle</a:t>
            </a:r>
            <a:endParaRPr/>
          </a:p>
        </p:txBody>
      </p:sp>
      <p:sp>
        <p:nvSpPr>
          <p:cNvPr id="1506556996" name=""/>
          <p:cNvSpPr txBox="1"/>
          <p:nvPr/>
        </p:nvSpPr>
        <p:spPr bwMode="auto">
          <a:xfrm flipH="0" flipV="0">
            <a:off x="6748736" y="1283368"/>
            <a:ext cx="4281684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b="1"/>
              <a:t>Logique de la priorité pour l’angle azimut :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1025811" name="PlaceHolder 1"/>
          <p:cNvSpPr>
            <a:spLocks noGrp="1"/>
          </p:cNvSpPr>
          <p:nvPr/>
        </p:nvSpPr>
        <p:spPr bwMode="auto">
          <a:xfrm>
            <a:off x="609480" y="644237"/>
            <a:ext cx="1097244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7" algn="l"/>
              </a:tabLst>
              <a:defRPr/>
            </a:pP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AAv3 : </a:t>
            </a:r>
            <a:r>
              <a:rPr sz="2600" b="0" strike="noStrike" spc="0">
                <a:solidFill>
                  <a:schemeClr val="accent6">
                    <a:lumMod val="75000"/>
                  </a:schemeClr>
                </a:solidFill>
                <a:latin typeface="Arial"/>
              </a:rPr>
              <a:t>Protocole de test</a:t>
            </a:r>
            <a:endParaRPr sz="2600" b="0" strike="noStrike" spc="0">
              <a:solidFill>
                <a:schemeClr val="accent6">
                  <a:lumMod val="75000"/>
                </a:schemeClr>
              </a:solidFill>
              <a:latin typeface="Arial"/>
            </a:endParaRPr>
          </a:p>
        </p:txBody>
      </p:sp>
      <p:graphicFrame>
        <p:nvGraphicFramePr>
          <p:cNvPr id="1266499518" name=""/>
          <p:cNvGraphicFramePr>
            <a:graphicFrameLocks xmlns:a="http://schemas.openxmlformats.org/drawingml/2006/main"/>
          </p:cNvGraphicFramePr>
          <p:nvPr/>
        </p:nvGraphicFramePr>
        <p:xfrm>
          <a:off x="57227" y="1483657"/>
          <a:ext cx="12206287" cy="321309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3556977"/>
                <a:gridCol w="1244941"/>
                <a:gridCol w="7245946"/>
              </a:tblGrid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Fonctionnalité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Résultat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Commentaire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Commande manuelle moteurs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Validé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Contrôle depuis l'interface des moteurs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Validé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</a:tr>
              <a:tr h="35110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VAD sur la carte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Validé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Seuil à régler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Détection du visage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Validé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Suivis du visage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Validé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 b="0" i="0" u="none" strike="noStrike" cap="none" spc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Revoir priorité avec le DOA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Modélisation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Validé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Résultats cohérents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Comparaison Réel/Modélisé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Validé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Plus de précision possible avec plus de temps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Liaison carte Interface 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Validé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Seuil VAD réglable, DOA incohérent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DOA sur la carte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Non Validé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Valeurs de corrélation parraissent aléatoires. Durée d'échantillonage augmenté à 50 ms au lieu de 1ms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43974631" name="Espace réservé du numéro de diapositive 2"/>
          <p:cNvSpPr/>
          <p:nvPr/>
        </p:nvSpPr>
        <p:spPr bwMode="auto">
          <a:xfrm>
            <a:off x="10609200" y="6356520"/>
            <a:ext cx="972720" cy="3646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8" algn="l"/>
              </a:tabLst>
              <a:defRPr/>
            </a:pPr>
            <a:fld id="{E583845D-D8AF-43D7-28F4-A8B48EA02B28}" type="slidenum">
              <a:rPr lang="fr-FR" sz="1700" b="0" strike="noStrike" spc="0">
                <a:solidFill>
                  <a:srgbClr val="FFFFFF"/>
                </a:solidFill>
                <a:latin typeface="Sofia Pro Black"/>
                <a:ea typeface="DejaVu Sans"/>
              </a:rPr>
              <a:t/>
            </a:fld>
            <a:endParaRPr lang="fr-FR" sz="1700" b="0" strike="noStrike" spc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5302745" name=""/>
          <p:cNvPicPr>
            <a:picLocks noChangeAspect="1"/>
          </p:cNvPicPr>
          <p:nvPr/>
        </p:nvPicPr>
        <p:blipFill>
          <a:blip r:embed="rId3"/>
          <a:srcRect l="22402" t="19817" r="5040" b="22214"/>
          <a:stretch/>
        </p:blipFill>
        <p:spPr bwMode="auto">
          <a:xfrm flipH="0" flipV="0">
            <a:off x="380999" y="620382"/>
            <a:ext cx="11430000" cy="5136638"/>
          </a:xfrm>
          <a:prstGeom prst="rect">
            <a:avLst/>
          </a:prstGeom>
        </p:spPr>
      </p:pic>
      <p:sp>
        <p:nvSpPr>
          <p:cNvPr id="121652589" name=""/>
          <p:cNvSpPr/>
          <p:nvPr/>
        </p:nvSpPr>
        <p:spPr bwMode="auto">
          <a:xfrm flipH="0" flipV="0">
            <a:off x="309594" y="560293"/>
            <a:ext cx="3866029" cy="84044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1963795" name="PlaceHolder 1"/>
          <p:cNvSpPr>
            <a:spLocks noGrp="1"/>
          </p:cNvSpPr>
          <p:nvPr/>
        </p:nvSpPr>
        <p:spPr bwMode="auto">
          <a:xfrm>
            <a:off x="609480" y="644236"/>
            <a:ext cx="1097244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6" algn="l"/>
              </a:tabLst>
              <a:defRPr/>
            </a:pP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AAv3 : </a:t>
            </a:r>
            <a:r>
              <a:rPr sz="2600" b="0" strike="noStrike" spc="0">
                <a:solidFill>
                  <a:schemeClr val="accent6">
                    <a:lumMod val="75000"/>
                  </a:schemeClr>
                </a:solidFill>
                <a:latin typeface="Arial"/>
              </a:rPr>
              <a:t>Protocole de test</a:t>
            </a:r>
            <a:endParaRPr sz="2600" b="0" strike="noStrike" spc="0">
              <a:solidFill>
                <a:schemeClr val="accent6">
                  <a:lumMod val="75000"/>
                </a:schemeClr>
              </a:solidFill>
              <a:latin typeface="Arial"/>
            </a:endParaRPr>
          </a:p>
        </p:txBody>
      </p:sp>
      <p:sp>
        <p:nvSpPr>
          <p:cNvPr id="1926698183" name="Espace réservé du numéro de diapositive 2"/>
          <p:cNvSpPr/>
          <p:nvPr/>
        </p:nvSpPr>
        <p:spPr bwMode="auto">
          <a:xfrm>
            <a:off x="10609200" y="6356520"/>
            <a:ext cx="972720" cy="3646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8" algn="l"/>
              </a:tabLst>
              <a:defRPr/>
            </a:pPr>
            <a:fld id="{463F2024-E480-7BF7-54AB-EFEFC134253A}" type="slidenum">
              <a:rPr lang="fr-FR" sz="1700" b="0" strike="noStrike" spc="0">
                <a:solidFill>
                  <a:srgbClr val="FFFFFF"/>
                </a:solidFill>
                <a:latin typeface="Sofia Pro Black"/>
                <a:ea typeface="DejaVu Sans"/>
              </a:rPr>
              <a:t/>
            </a:fld>
            <a:endParaRPr lang="fr-FR" sz="1700" b="0" strike="noStrike" spc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509838" name="PlaceHolder 1"/>
          <p:cNvSpPr>
            <a:spLocks noGrp="1"/>
          </p:cNvSpPr>
          <p:nvPr/>
        </p:nvSpPr>
        <p:spPr bwMode="auto">
          <a:xfrm>
            <a:off x="609480" y="644236"/>
            <a:ext cx="1097244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6" algn="l"/>
              </a:tabLst>
              <a:defRPr/>
            </a:pP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AAv3 : </a:t>
            </a:r>
            <a:r>
              <a:rPr sz="2600" b="0" strike="noStrike" spc="0">
                <a:solidFill>
                  <a:schemeClr val="accent6">
                    <a:lumMod val="75000"/>
                  </a:schemeClr>
                </a:solidFill>
                <a:latin typeface="Arial"/>
              </a:rPr>
              <a:t>Protocole de test</a:t>
            </a:r>
            <a:endParaRPr sz="2600" b="0" strike="noStrike" spc="0">
              <a:solidFill>
                <a:schemeClr val="accent6">
                  <a:lumMod val="75000"/>
                </a:schemeClr>
              </a:solidFill>
              <a:latin typeface="Arial"/>
            </a:endParaRPr>
          </a:p>
        </p:txBody>
      </p:sp>
      <p:pic>
        <p:nvPicPr>
          <p:cNvPr id="995768027" name=""/>
          <p:cNvPicPr>
            <a:picLocks noChangeAspect="1"/>
          </p:cNvPicPr>
          <p:nvPr/>
        </p:nvPicPr>
        <p:blipFill>
          <a:blip r:embed="rId3"/>
          <a:srcRect l="22375" t="16999" r="6472" b="17967"/>
          <a:stretch/>
        </p:blipFill>
        <p:spPr bwMode="auto">
          <a:xfrm flipH="0" flipV="0">
            <a:off x="166259" y="354335"/>
            <a:ext cx="11415659" cy="5869181"/>
          </a:xfrm>
          <a:prstGeom prst="rect">
            <a:avLst/>
          </a:prstGeom>
        </p:spPr>
      </p:pic>
      <p:sp>
        <p:nvSpPr>
          <p:cNvPr id="1007947751" name=""/>
          <p:cNvSpPr/>
          <p:nvPr/>
        </p:nvSpPr>
        <p:spPr bwMode="auto">
          <a:xfrm flipH="0" flipV="0">
            <a:off x="309594" y="560293"/>
            <a:ext cx="3866028" cy="84044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60886036" name="PlaceHolder 1"/>
          <p:cNvSpPr>
            <a:spLocks noGrp="1"/>
          </p:cNvSpPr>
          <p:nvPr/>
        </p:nvSpPr>
        <p:spPr bwMode="auto">
          <a:xfrm>
            <a:off x="609480" y="644236"/>
            <a:ext cx="1097244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6" algn="l"/>
              </a:tabLst>
              <a:defRPr/>
            </a:pP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AAv3 : </a:t>
            </a:r>
            <a:r>
              <a:rPr sz="2600" b="0" strike="noStrike" spc="0">
                <a:solidFill>
                  <a:schemeClr val="accent6">
                    <a:lumMod val="75000"/>
                  </a:schemeClr>
                </a:solidFill>
                <a:latin typeface="Arial"/>
              </a:rPr>
              <a:t>Protocole de test</a:t>
            </a:r>
            <a:endParaRPr sz="2600" b="0" strike="noStrike" spc="0">
              <a:solidFill>
                <a:schemeClr val="accent6">
                  <a:lumMod val="75000"/>
                </a:schemeClr>
              </a:solidFill>
              <a:latin typeface="Arial"/>
            </a:endParaRPr>
          </a:p>
        </p:txBody>
      </p:sp>
      <p:sp>
        <p:nvSpPr>
          <p:cNvPr id="725391642" name="Espace réservé du numéro de diapositive 2"/>
          <p:cNvSpPr/>
          <p:nvPr/>
        </p:nvSpPr>
        <p:spPr bwMode="auto">
          <a:xfrm>
            <a:off x="10609200" y="6356520"/>
            <a:ext cx="972720" cy="3646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8" algn="l"/>
              </a:tabLst>
              <a:defRPr/>
            </a:pPr>
            <a:fld id="{7B26637D-3B71-BE4A-49C3-D235205D1CE3}" type="slidenum">
              <a:rPr lang="fr-FR" sz="1700" b="0" strike="noStrike" spc="0">
                <a:solidFill>
                  <a:srgbClr val="FFFFFF"/>
                </a:solidFill>
                <a:latin typeface="Sofia Pro Black"/>
                <a:ea typeface="DejaVu Sans"/>
              </a:rPr>
              <a:t/>
            </a:fld>
            <a:endParaRPr lang="fr-FR" sz="1700" b="0" strike="noStrike" spc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1746134" name=""/>
          <p:cNvPicPr>
            <a:picLocks noChangeAspect="1"/>
          </p:cNvPicPr>
          <p:nvPr/>
        </p:nvPicPr>
        <p:blipFill>
          <a:blip r:embed="rId3"/>
          <a:srcRect l="19535" t="18565" r="11385" b="16385"/>
          <a:stretch/>
        </p:blipFill>
        <p:spPr bwMode="auto">
          <a:xfrm flipH="0" flipV="0">
            <a:off x="141507" y="154080"/>
            <a:ext cx="11106714" cy="5883087"/>
          </a:xfrm>
          <a:prstGeom prst="rect">
            <a:avLst/>
          </a:prstGeom>
        </p:spPr>
      </p:pic>
      <p:sp>
        <p:nvSpPr>
          <p:cNvPr id="667722822" name=""/>
          <p:cNvSpPr/>
          <p:nvPr/>
        </p:nvSpPr>
        <p:spPr bwMode="auto">
          <a:xfrm flipH="0" flipV="0">
            <a:off x="715808" y="224117"/>
            <a:ext cx="3866028" cy="84044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49273216" name="PlaceHolder 1"/>
          <p:cNvSpPr>
            <a:spLocks noGrp="1"/>
          </p:cNvSpPr>
          <p:nvPr/>
        </p:nvSpPr>
        <p:spPr bwMode="auto">
          <a:xfrm>
            <a:off x="609480" y="644236"/>
            <a:ext cx="1097244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6" algn="l"/>
              </a:tabLst>
              <a:defRPr/>
            </a:pP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AAv3 : </a:t>
            </a:r>
            <a:r>
              <a:rPr sz="2600" b="0" strike="noStrike" spc="0">
                <a:solidFill>
                  <a:schemeClr val="accent6">
                    <a:lumMod val="75000"/>
                  </a:schemeClr>
                </a:solidFill>
                <a:latin typeface="Arial"/>
              </a:rPr>
              <a:t>Protocole de test</a:t>
            </a:r>
            <a:endParaRPr sz="2600" b="0" strike="noStrike" spc="0">
              <a:solidFill>
                <a:schemeClr val="accent6">
                  <a:lumMod val="75000"/>
                </a:schemeClr>
              </a:solidFill>
              <a:latin typeface="Arial"/>
            </a:endParaRPr>
          </a:p>
        </p:txBody>
      </p:sp>
      <p:sp>
        <p:nvSpPr>
          <p:cNvPr id="1262249956" name="Espace réservé du numéro de diapositive 2"/>
          <p:cNvSpPr/>
          <p:nvPr/>
        </p:nvSpPr>
        <p:spPr bwMode="auto">
          <a:xfrm>
            <a:off x="10609200" y="6356520"/>
            <a:ext cx="972720" cy="3646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8" algn="l"/>
              </a:tabLst>
              <a:defRPr/>
            </a:pPr>
            <a:fld id="{002F224B-B01B-2254-F70F-23300DCFB518}" type="slidenum">
              <a:rPr lang="fr-FR" sz="1700" b="0" strike="noStrike" spc="0">
                <a:solidFill>
                  <a:srgbClr val="FFFFFF"/>
                </a:solidFill>
                <a:latin typeface="Sofia Pro Black"/>
                <a:ea typeface="DejaVu Sans"/>
              </a:rPr>
              <a:t/>
            </a:fld>
            <a:endParaRPr lang="fr-FR" sz="1700" b="0" strike="noStrike" spc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698422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43823" y="1636112"/>
            <a:ext cx="12582211" cy="4015013"/>
          </a:xfrm>
          <a:prstGeom prst="rect">
            <a:avLst/>
          </a:prstGeom>
        </p:spPr>
      </p:pic>
      <p:sp>
        <p:nvSpPr>
          <p:cNvPr id="1318455113" name="PlaceHolder 1"/>
          <p:cNvSpPr>
            <a:spLocks noGrp="1"/>
          </p:cNvSpPr>
          <p:nvPr/>
        </p:nvSpPr>
        <p:spPr bwMode="auto">
          <a:xfrm>
            <a:off x="609480" y="644236"/>
            <a:ext cx="1097244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6" algn="l"/>
              </a:tabLst>
              <a:defRPr/>
            </a:pP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AAv3 : </a:t>
            </a:r>
            <a:r>
              <a:rPr sz="2600" b="0" strike="noStrike" spc="0">
                <a:solidFill>
                  <a:schemeClr val="accent6">
                    <a:lumMod val="75000"/>
                  </a:schemeClr>
                </a:solidFill>
                <a:latin typeface="Arial"/>
              </a:rPr>
              <a:t>Protocole de test</a:t>
            </a:r>
            <a:endParaRPr sz="2600" b="0" strike="noStrike" spc="0">
              <a:solidFill>
                <a:schemeClr val="accent6">
                  <a:lumMod val="75000"/>
                </a:schemeClr>
              </a:solidFill>
              <a:latin typeface="Arial"/>
            </a:endParaRPr>
          </a:p>
        </p:txBody>
      </p:sp>
      <p:sp>
        <p:nvSpPr>
          <p:cNvPr id="1002897637" name="Espace réservé du numéro de diapositive 2"/>
          <p:cNvSpPr/>
          <p:nvPr/>
        </p:nvSpPr>
        <p:spPr bwMode="auto">
          <a:xfrm>
            <a:off x="10609200" y="6356520"/>
            <a:ext cx="972720" cy="3646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8" algn="l"/>
              </a:tabLst>
              <a:defRPr/>
            </a:pPr>
            <a:fld id="{0EEA04B4-AADE-DC99-B5E8-DFEDEF134FED}" type="slidenum">
              <a:rPr lang="fr-FR" sz="1700" b="0" strike="noStrike" spc="0">
                <a:solidFill>
                  <a:srgbClr val="FFFFFF"/>
                </a:solidFill>
                <a:latin typeface="Sofia Pro Black"/>
                <a:ea typeface="DejaVu Sans"/>
              </a:rPr>
              <a:t/>
            </a:fld>
            <a:endParaRPr lang="fr-FR" sz="1700" b="0" strike="noStrike" spc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880933" name=""/>
          <p:cNvSpPr txBox="1"/>
          <p:nvPr/>
        </p:nvSpPr>
        <p:spPr bwMode="auto">
          <a:xfrm flipH="0" flipV="0">
            <a:off x="4548680" y="2460234"/>
            <a:ext cx="2823906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976164642" name=""/>
          <p:cNvSpPr txBox="1"/>
          <p:nvPr/>
        </p:nvSpPr>
        <p:spPr bwMode="auto">
          <a:xfrm flipH="0" flipV="0">
            <a:off x="662036" y="742754"/>
            <a:ext cx="11444989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AAv2 :</a:t>
            </a: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Intégration Audio et Image fonctionnelle sur le </a:t>
            </a: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prototype</a:t>
            </a:r>
            <a:endParaRPr sz="2600">
              <a:solidFill>
                <a:schemeClr val="accent6">
                  <a:lumMod val="7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1945619898" name=""/>
          <p:cNvSpPr txBox="1"/>
          <p:nvPr/>
        </p:nvSpPr>
        <p:spPr bwMode="auto">
          <a:xfrm flipH="0" flipV="0">
            <a:off x="6752765" y="1637273"/>
            <a:ext cx="4520112" cy="1067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b="1"/>
              <a:t>Trame utilisée pour liaison avec la carte son:</a:t>
            </a:r>
            <a:endParaRPr sz="1600" b="1"/>
          </a:p>
          <a:p>
            <a:pPr>
              <a:defRPr/>
            </a:pPr>
            <a:endParaRPr sz="1600" b="1"/>
          </a:p>
          <a:p>
            <a:pPr>
              <a:defRPr/>
            </a:pPr>
            <a:endParaRPr sz="1600" b="1"/>
          </a:p>
          <a:p>
            <a:pPr>
              <a:defRPr/>
            </a:pPr>
            <a:endParaRPr sz="1600" b="1"/>
          </a:p>
        </p:txBody>
      </p:sp>
      <p:pic>
        <p:nvPicPr>
          <p:cNvPr id="14444515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84530" y="1942161"/>
            <a:ext cx="5430234" cy="3438675"/>
          </a:xfrm>
          <a:prstGeom prst="rect">
            <a:avLst/>
          </a:prstGeom>
        </p:spPr>
      </p:pic>
      <p:sp>
        <p:nvSpPr>
          <p:cNvPr id="449694037" name=""/>
          <p:cNvSpPr txBox="1"/>
          <p:nvPr/>
        </p:nvSpPr>
        <p:spPr bwMode="auto">
          <a:xfrm flipH="0" flipV="0">
            <a:off x="809165" y="1637273"/>
            <a:ext cx="4531325" cy="1067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b="1"/>
              <a:t>Trame utilisée pour liaison avec les moteurs:</a:t>
            </a:r>
            <a:endParaRPr sz="1600" b="1"/>
          </a:p>
          <a:p>
            <a:pPr>
              <a:defRPr/>
            </a:pPr>
            <a:endParaRPr sz="1600" b="1"/>
          </a:p>
          <a:p>
            <a:pPr>
              <a:defRPr/>
            </a:pPr>
            <a:endParaRPr sz="1600" b="1"/>
          </a:p>
          <a:p>
            <a:pPr>
              <a:defRPr/>
            </a:pPr>
            <a:endParaRPr sz="1600" b="1"/>
          </a:p>
        </p:txBody>
      </p:sp>
      <p:pic>
        <p:nvPicPr>
          <p:cNvPr id="69578574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82979" y="2119339"/>
            <a:ext cx="4937395" cy="3084317"/>
          </a:xfrm>
          <a:prstGeom prst="rect">
            <a:avLst/>
          </a:prstGeom>
        </p:spPr>
      </p:pic>
      <p:sp>
        <p:nvSpPr>
          <p:cNvPr id="1512755090" name=""/>
          <p:cNvSpPr txBox="1"/>
          <p:nvPr/>
        </p:nvSpPr>
        <p:spPr bwMode="auto">
          <a:xfrm flipH="0" flipV="0">
            <a:off x="6937836" y="4469357"/>
            <a:ext cx="48769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b="1"/>
              <a:t>Récupération des données de la carte son tout les 0.5 s</a:t>
            </a:r>
            <a:endParaRPr sz="1400" b="1"/>
          </a:p>
        </p:txBody>
      </p:sp>
      <p:sp>
        <p:nvSpPr>
          <p:cNvPr id="768260712" name=""/>
          <p:cNvSpPr txBox="1"/>
          <p:nvPr/>
        </p:nvSpPr>
        <p:spPr bwMode="auto">
          <a:xfrm flipH="0" flipV="0">
            <a:off x="268590" y="4255997"/>
            <a:ext cx="536617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/>
              <a:t>Envoie de l’ angle si celui-ci est différent à l’ancienne valeur d’angle envoyé</a:t>
            </a:r>
            <a:endParaRPr sz="1400" b="1"/>
          </a:p>
        </p:txBody>
      </p:sp>
      <p:sp>
        <p:nvSpPr>
          <p:cNvPr id="876816408" name="Espace réservé du numéro de diapositive 2"/>
          <p:cNvSpPr/>
          <p:nvPr/>
        </p:nvSpPr>
        <p:spPr bwMode="auto">
          <a:xfrm>
            <a:off x="10609200" y="6356520"/>
            <a:ext cx="972720" cy="3646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8" algn="l"/>
              </a:tabLst>
              <a:defRPr/>
            </a:pPr>
            <a:fld id="{C0FDA987-1A76-84BD-9276-98BB4507CA74}" type="slidenum">
              <a:rPr lang="fr-FR" sz="1700" b="0" strike="noStrike" spc="0">
                <a:solidFill>
                  <a:srgbClr val="FFFFFF"/>
                </a:solidFill>
                <a:latin typeface="Sofia Pro Black"/>
                <a:ea typeface="DejaVu Sans"/>
              </a:rPr>
              <a:t/>
            </a:fld>
            <a:endParaRPr lang="fr-FR" sz="1700" b="0" strike="noStrike" spc="0">
              <a:latin typeface="Arial"/>
            </a:endParaRPr>
          </a:p>
        </p:txBody>
      </p:sp>
      <p:pic>
        <p:nvPicPr>
          <p:cNvPr id="115972524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9495377" y="529076"/>
            <a:ext cx="2474036" cy="9153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" name="Espace réservé du numéro de diapositive 2"/>
          <p:cNvSpPr/>
          <p:nvPr/>
        </p:nvSpPr>
        <p:spPr bwMode="auto">
          <a:xfrm>
            <a:off x="11219040" y="6356520"/>
            <a:ext cx="972720" cy="3646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F96F0EF4-D611-4F4B-867B-596D26F94F8C}" type="slidenum">
              <a:rPr lang="fr-FR" sz="1800" b="0" strike="noStrike" spc="-1">
                <a:solidFill>
                  <a:srgbClr val="FFFFFF"/>
                </a:solidFill>
                <a:latin typeface="Sofia Pro Black"/>
                <a:ea typeface="DejaVu Sans"/>
              </a:rPr>
              <a:t>6</a:t>
            </a:fld>
            <a:endParaRPr lang="fr-FR" sz="1800" b="0" strike="noStrike" spc="-1">
              <a:latin typeface="Arial"/>
            </a:endParaRPr>
          </a:p>
        </p:txBody>
      </p:sp>
      <p:sp>
        <p:nvSpPr>
          <p:cNvPr id="174" name="Rectangle 1"/>
          <p:cNvSpPr/>
          <p:nvPr/>
        </p:nvSpPr>
        <p:spPr bwMode="auto">
          <a:xfrm>
            <a:off x="4384800" y="3643200"/>
            <a:ext cx="342360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fr-FR" sz="2400" b="0" strike="noStrike" spc="-1">
                <a:solidFill>
                  <a:srgbClr val="000000"/>
                </a:solidFill>
                <a:latin typeface="Sofia Pro Bold"/>
                <a:ea typeface="DejaVu Sans"/>
              </a:rPr>
              <a:t>MERCI POUR VOTRE ATTENTION</a:t>
            </a:r>
            <a:endParaRPr lang="fr-FR" sz="2400" b="0" strike="noStrike" spc="-1">
              <a:latin typeface="Arial"/>
            </a:endParaRPr>
          </a:p>
        </p:txBody>
      </p:sp>
      <p:grpSp>
        <p:nvGrpSpPr>
          <p:cNvPr id="175" name="Groupe 2"/>
          <p:cNvGrpSpPr/>
          <p:nvPr/>
        </p:nvGrpSpPr>
        <p:grpSpPr bwMode="auto">
          <a:xfrm>
            <a:off x="4383000" y="4722840"/>
            <a:ext cx="3423600" cy="55080"/>
            <a:chOff x="4383000" y="4722840"/>
            <a:chExt cx="3423600" cy="55080"/>
          </a:xfrm>
        </p:grpSpPr>
        <p:sp>
          <p:nvSpPr>
            <p:cNvPr id="176" name="Rectangle 8"/>
            <p:cNvSpPr/>
            <p:nvPr/>
          </p:nvSpPr>
          <p:spPr bwMode="auto">
            <a:xfrm>
              <a:off x="4383000" y="4722840"/>
              <a:ext cx="1140840" cy="55080"/>
            </a:xfrm>
            <a:prstGeom prst="rect">
              <a:avLst/>
            </a:prstGeom>
            <a:solidFill>
              <a:srgbClr val="EE8A1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7" name="Rectangle 9"/>
            <p:cNvSpPr/>
            <p:nvPr/>
          </p:nvSpPr>
          <p:spPr bwMode="auto">
            <a:xfrm>
              <a:off x="5524200" y="4722840"/>
              <a:ext cx="1141200" cy="55080"/>
            </a:xfrm>
            <a:prstGeom prst="rect">
              <a:avLst/>
            </a:prstGeom>
            <a:solidFill>
              <a:srgbClr val="96D4E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8" name="Rectangle 10"/>
            <p:cNvSpPr/>
            <p:nvPr/>
          </p:nvSpPr>
          <p:spPr bwMode="auto">
            <a:xfrm>
              <a:off x="6665760" y="4722840"/>
              <a:ext cx="1140840" cy="55080"/>
            </a:xfrm>
            <a:prstGeom prst="rect">
              <a:avLst/>
            </a:prstGeom>
            <a:solidFill>
              <a:srgbClr val="ED759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179" name="Image 12" descr=""/>
          <p:cNvPicPr/>
          <p:nvPr/>
        </p:nvPicPr>
        <p:blipFill>
          <a:blip r:embed="rId3"/>
          <a:stretch/>
        </p:blipFill>
        <p:spPr bwMode="auto">
          <a:xfrm>
            <a:off x="4730760" y="1700280"/>
            <a:ext cx="2730240" cy="11505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_rels/theme4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4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onlyoffice/8.1.1.26</Application>
  <DocSecurity>0</DocSecurity>
  <PresentationFormat/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Theme 1</vt:lpstr>
      <vt:lpstr>Theme 2</vt:lpstr>
      <vt:lpstr>Theme 3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stephane</dc:creator>
  <cp:keywords/>
  <dc:description/>
  <dc:identifier/>
  <dc:language>fr-FR</dc:language>
  <cp:lastModifiedBy>Mathys VERMEULEN</cp:lastModifiedBy>
  <cp:revision>567</cp:revision>
  <dcterms:created xsi:type="dcterms:W3CDTF">2012-07-19T16:45:53Z</dcterms:created>
  <dcterms:modified xsi:type="dcterms:W3CDTF">2025-06-16T10:43:47Z</dcterms:modified>
  <cp:category/>
  <cp:contentStatus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7</vt:i4>
  </property>
  <property fmtid="{D5CDD505-2E9C-101B-9397-08002B2CF9AE}" pid="4" name="Slides">
    <vt:i4>7</vt:i4>
  </property>
</Properties>
</file>