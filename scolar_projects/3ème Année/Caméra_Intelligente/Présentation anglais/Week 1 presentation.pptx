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36.xml" ContentType="application/vnd.openxmlformats-officedocument.presentationml.slideLayout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2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4.xml" ContentType="application/vnd.openxmlformats-officedocument.theme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docProps/custom.xml" ContentType="application/vnd.openxmlformats-officedocument.custom-properties+xml"/>
  <Override PartName="/ppt/slides/slide6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35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Masters/slideMaster3.xml" ContentType="application/vnd.openxmlformats-officedocument.presentationml.slideMaster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61" r:id="rId2"/>
    <p:sldMasterId id="2147483674" r:id="rId3"/>
  </p:sldMasterIdLst>
  <p:notesMasterIdLst>
    <p:notesMasterId r:id="rId19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3588" cy="6858000"/>
  <p:notesSz cx="6800850" cy="992822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12" d="112"/>
          <a:sy n="108" d="115"/>
        </p:scale>
        <p:origin x="47" y="114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theme" Target="theme/theme1.xml"/><Relationship Id="rId5" Type="http://schemas.openxmlformats.org/officeDocument/2006/relationships/theme" Target="theme/theme2.xml"/><Relationship Id="rId6" Type="http://schemas.openxmlformats.org/officeDocument/2006/relationships/theme" Target="theme/theme3.xml"/><Relationship Id="rId7" Type="http://schemas.openxmlformats.org/officeDocument/2006/relationships/theme" Target="theme/theme4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 bwMode="auto"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r>
              <a:rPr lang="fr-FR" sz="4400" b="0" strike="noStrike" spc="-1">
                <a:latin typeface="Arial"/>
              </a:rPr>
              <a:t>Cliquez pour déplacer la diapo</a:t>
            </a:r>
            <a:endParaRPr lang="fr-FR" sz="4400" b="0" strike="noStrike" spc="-1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640" cy="481103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r>
              <a:rPr lang="fr-FR" sz="2000" b="0" strike="noStrike" spc="-1">
                <a:latin typeface="Arial"/>
              </a:rPr>
              <a:t>Cliquez pour modifier le format des notes</a:t>
            </a:r>
            <a:endParaRPr lang="fr-FR" sz="2000" b="0" strike="noStrike" spc="-1"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r>
              <a:rPr lang="fr-FR" sz="1400" b="0" strike="noStrike" spc="-1">
                <a:latin typeface="Times New Roman"/>
              </a:rPr>
              <a:t>&lt;en-tête&gt;</a:t>
            </a:r>
            <a:endParaRPr lang="fr-FR" sz="1400" b="0" strike="noStrike" spc="-1">
              <a:latin typeface="Times New Roman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dt"/>
          </p:nvPr>
        </p:nvSpPr>
        <p:spPr bwMode="auto"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>
              <a:buNone/>
              <a:defRPr/>
            </a:pPr>
            <a:r>
              <a:rPr lang="fr-FR" sz="1400" b="0" strike="noStrike" spc="-1">
                <a:latin typeface="Times New Roman"/>
              </a:rPr>
              <a:t>&lt;date/heure&gt;</a:t>
            </a:r>
            <a:endParaRPr lang="fr-FR" sz="1400" b="0" strike="noStrike" spc="-1">
              <a:latin typeface="Times New Roman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 type="ftr"/>
          </p:nvPr>
        </p:nvSpPr>
        <p:spPr bwMode="auto"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>
              <a:defRPr/>
            </a:pPr>
            <a:r>
              <a:rPr lang="fr-FR" sz="1400" b="0" strike="noStrike" spc="-1">
                <a:latin typeface="Times New Roman"/>
              </a:rPr>
              <a:t>&lt;pied de page&gt;</a:t>
            </a:r>
            <a:endParaRPr lang="fr-FR" sz="1400" b="0" strike="noStrike" spc="-1">
              <a:latin typeface="Times New Roman"/>
            </a:endParaRPr>
          </a:p>
        </p:txBody>
      </p:sp>
      <p:sp>
        <p:nvSpPr>
          <p:cNvPr id="123" name="PlaceHolder 6"/>
          <p:cNvSpPr>
            <a:spLocks noGrp="1"/>
          </p:cNvSpPr>
          <p:nvPr>
            <p:ph type="sldNum"/>
          </p:nvPr>
        </p:nvSpPr>
        <p:spPr bwMode="auto"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buNone/>
              <a:defRPr/>
            </a:pPr>
            <a:fld id="{6D2AB8A8-C34B-4390-941E-70035082ED9E}" type="slidenum">
              <a:rPr lang="fr-FR" sz="1400" b="0" strike="noStrike" spc="-1">
                <a:latin typeface="Times New Roman"/>
              </a:rPr>
              <a:t>&lt;numéro&gt;</a:t>
            </a:fld>
            <a:endParaRPr lang="fr-FR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 bwMode="auto">
          <a:xfrm>
            <a:off x="90359" y="744480"/>
            <a:ext cx="6617880" cy="372384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 bwMode="auto">
          <a:xfrm>
            <a:off x="679320" y="4716360"/>
            <a:ext cx="5439960" cy="446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endParaRPr lang="fr-FR" sz="2000" b="0" strike="noStrike" spc="-1">
              <a:latin typeface="Arial"/>
            </a:endParaRPr>
          </a:p>
        </p:txBody>
      </p:sp>
      <p:sp>
        <p:nvSpPr>
          <p:cNvPr id="182" name="Espace réservé du numéro de diapositive 3"/>
          <p:cNvSpPr/>
          <p:nvPr/>
        </p:nvSpPr>
        <p:spPr bwMode="auto">
          <a:xfrm>
            <a:off x="3851280" y="9431280"/>
            <a:ext cx="2945880" cy="496439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636F1318-1D95-4DCF-A577-FEC53878B836}" type="slidenum">
              <a:rPr lang="fr-FR" sz="1200" b="0" strike="noStrike" spc="-1">
                <a:solidFill>
                  <a:srgbClr val="000000"/>
                </a:solidFill>
                <a:latin typeface="Calibri"/>
              </a:rPr>
              <a:t>6</a:t>
            </a:fld>
            <a:endParaRPr lang="fr-FR" sz="1200" b="0" strike="noStrike" spc="-1"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F28953-C96E-3F61-F3BA-0659F73E0F83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2213-1CD0-35FC-D83A-85C59D370C9E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98FD80-9B93-F603-C3AB-87E4565534C7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 bwMode="auto">
          <a:xfrm>
            <a:off x="90359" y="744120"/>
            <a:ext cx="6617880" cy="372384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 bwMode="auto">
          <a:xfrm>
            <a:off x="679320" y="4716360"/>
            <a:ext cx="5439960" cy="44686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>
              <a:defRPr/>
            </a:pPr>
            <a:endParaRPr lang="fr-FR" sz="2000" b="0" strike="noStrike" spc="-1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/>
          </p:nvPr>
        </p:nvSpPr>
        <p:spPr bwMode="auto">
          <a:xfrm>
            <a:off x="3851280" y="9431280"/>
            <a:ext cx="2945880" cy="496439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p>
            <a:pPr>
              <a:defRPr/>
            </a:pPr>
            <a:endParaRPr lang="fr-FR" sz="2400" b="0" strike="noStrike" spc="-1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91EF3E-F43E-2F19-EAED-6248AA30097C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3467B2-E29C-91CE-910E-6CE0558E2AF3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A28631-3891-B4FD-C51E-A462C88B9A36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23E885-69EB-4168-7B7B-85BE7C48B76B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C3CB71-7552-1AAC-57D6-BE1824294E43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 bwMode="auto">
          <a:xfrm>
            <a:off x="90359" y="744120"/>
            <a:ext cx="6617880" cy="372384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 bwMode="auto">
          <a:xfrm>
            <a:off x="679320" y="4716360"/>
            <a:ext cx="5439960" cy="44686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>
              <a:defRPr/>
            </a:pPr>
            <a:endParaRPr lang="fr-FR" sz="2000" b="0" strike="noStrike" spc="-1"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/>
          </p:nvPr>
        </p:nvSpPr>
        <p:spPr bwMode="auto">
          <a:xfrm>
            <a:off x="3851280" y="9431280"/>
            <a:ext cx="2945880" cy="496439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p>
            <a:pPr>
              <a:defRPr/>
            </a:pPr>
            <a:endParaRPr lang="fr-FR" sz="2400" b="0" strike="noStrike" spc="-1">
              <a:latin typeface="Times New Roman"/>
            </a:endParaRP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35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 bwMode="auto"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 bwMode="auto"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 bwMode="auto">
          <a:xfrm>
            <a:off x="432000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 bwMode="auto">
          <a:xfrm>
            <a:off x="803052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 bwMode="auto">
          <a:xfrm>
            <a:off x="432000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 bwMode="auto">
          <a:xfrm>
            <a:off x="803052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35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 bwMode="auto"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 bwMode="auto"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 bwMode="auto">
          <a:xfrm>
            <a:off x="432000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 bwMode="auto">
          <a:xfrm>
            <a:off x="803052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 bwMode="auto">
          <a:xfrm>
            <a:off x="432000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 bwMode="auto">
          <a:xfrm>
            <a:off x="803052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35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 bwMode="auto"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 bwMode="auto"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/>
          </p:nvPr>
        </p:nvSpPr>
        <p:spPr bwMode="auto"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endParaRPr lang="fr-FR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 bwMode="auto">
          <a:xfrm>
            <a:off x="432000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 bwMode="auto">
          <a:xfrm>
            <a:off x="803052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16" name="PlaceHolder 6"/>
          <p:cNvSpPr>
            <a:spLocks noGrp="1"/>
          </p:cNvSpPr>
          <p:nvPr>
            <p:ph/>
          </p:nvPr>
        </p:nvSpPr>
        <p:spPr bwMode="auto">
          <a:xfrm>
            <a:off x="432000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  <p:sp>
        <p:nvSpPr>
          <p:cNvPr id="117" name="PlaceHolder 7"/>
          <p:cNvSpPr>
            <a:spLocks noGrp="1"/>
          </p:cNvSpPr>
          <p:nvPr>
            <p:ph/>
          </p:nvPr>
        </p:nvSpPr>
        <p:spPr bwMode="auto">
          <a:xfrm>
            <a:off x="803052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>
              <a:defRPr/>
            </a:pPr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6.xml"/><Relationship Id="rId13" Type="http://schemas.openxmlformats.org/officeDocument/2006/relationships/theme" Target="../theme/theme3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r>
              <a:rPr lang="fr-FR" sz="4400" b="0" strike="noStrike" spc="-1">
                <a:latin typeface="Arial"/>
              </a:rPr>
              <a:t>Cliquez pour éditer le format du texte-titre</a:t>
            </a:r>
            <a:endParaRPr lang="fr-FR" sz="4400" b="0" strike="noStrike" spc="-1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3200" b="0" strike="noStrike" spc="-1">
                <a:latin typeface="Arial"/>
              </a:rPr>
              <a:t>Cliquez pour éditer le format du plan de texte</a:t>
            </a:r>
            <a:endParaRPr lang="fr-FR" sz="3200" b="0" strike="noStrike" spc="-1"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2800" b="0" strike="noStrike" spc="-1">
                <a:latin typeface="Arial"/>
              </a:rPr>
              <a:t>Second niveau de plan</a:t>
            </a:r>
            <a:endParaRPr lang="fr-FR" sz="2800" b="0" strike="noStrike" spc="-1"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400" b="0" strike="noStrike" spc="-1">
                <a:latin typeface="Arial"/>
              </a:rPr>
              <a:t>Troisième niveau de plan</a:t>
            </a:r>
            <a:endParaRPr lang="fr-FR" sz="2400" b="0" strike="noStrike" spc="-1"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2000" b="0" strike="noStrike" spc="-1">
                <a:latin typeface="Arial"/>
              </a:rPr>
              <a:t>Quatrième niveau de plan</a:t>
            </a:r>
            <a:endParaRPr lang="fr-FR" sz="2000" b="0" strike="noStrike" spc="-1"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Cinquième niveau de plan</a:t>
            </a:r>
            <a:endParaRPr lang="fr-FR" sz="2000" b="0" strike="noStrike" spc="-1"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Sixième niveau de plan</a:t>
            </a:r>
            <a:endParaRPr lang="fr-FR" sz="2000" b="0" strike="noStrike" spc="-1"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Septième niveau de plan</a:t>
            </a:r>
            <a:endParaRPr lang="fr-FR" sz="20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" name="Rectangle 1"/>
          <p:cNvSpPr/>
          <p:nvPr/>
        </p:nvSpPr>
        <p:spPr bwMode="auto">
          <a:xfrm>
            <a:off x="0" y="6270480"/>
            <a:ext cx="12191760" cy="587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9" name="Image 2" descr=""/>
          <p:cNvPicPr/>
          <p:nvPr/>
        </p:nvPicPr>
        <p:blipFill>
          <a:blip r:embed="rId14"/>
          <a:stretch/>
        </p:blipFill>
        <p:spPr bwMode="auto">
          <a:xfrm>
            <a:off x="550800" y="6348240"/>
            <a:ext cx="998280" cy="425160"/>
          </a:xfrm>
          <a:prstGeom prst="rect">
            <a:avLst/>
          </a:prstGeom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r>
              <a:rPr lang="fr-FR" sz="4400" b="0" strike="noStrike" spc="-1">
                <a:latin typeface="Arial"/>
              </a:rPr>
              <a:t>Cliquez pour éditer le format du texte-titre</a:t>
            </a:r>
            <a:endParaRPr lang="fr-FR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3200" b="0" strike="noStrike" spc="-1">
                <a:latin typeface="Arial"/>
              </a:rPr>
              <a:t>Cliquez pour éditer le format du plan de texte</a:t>
            </a:r>
            <a:endParaRPr lang="fr-FR" sz="3200" b="0" strike="noStrike" spc="-1"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2800" b="0" strike="noStrike" spc="-1">
                <a:latin typeface="Arial"/>
              </a:rPr>
              <a:t>Second niveau de plan</a:t>
            </a:r>
            <a:endParaRPr lang="fr-FR" sz="2800" b="0" strike="noStrike" spc="-1"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400" b="0" strike="noStrike" spc="-1">
                <a:latin typeface="Arial"/>
              </a:rPr>
              <a:t>Troisième niveau de plan</a:t>
            </a:r>
            <a:endParaRPr lang="fr-FR" sz="2400" b="0" strike="noStrike" spc="-1"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2000" b="0" strike="noStrike" spc="-1">
                <a:latin typeface="Arial"/>
              </a:rPr>
              <a:t>Quatrième niveau de plan</a:t>
            </a:r>
            <a:endParaRPr lang="fr-FR" sz="2000" b="0" strike="noStrike" spc="-1"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Cinquième niveau de plan</a:t>
            </a:r>
            <a:endParaRPr lang="fr-FR" sz="2000" b="0" strike="noStrike" spc="-1"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Sixième niveau de plan</a:t>
            </a:r>
            <a:endParaRPr lang="fr-FR" sz="2000" b="0" strike="noStrike" spc="-1"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Septième niveau de plan</a:t>
            </a:r>
            <a:endParaRPr lang="fr-FR" sz="20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 bwMode="auto">
          <a:xfrm>
            <a:off x="0" y="6270480"/>
            <a:ext cx="12191760" cy="587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79" name="Image 2" descr=""/>
          <p:cNvPicPr/>
          <p:nvPr/>
        </p:nvPicPr>
        <p:blipFill>
          <a:blip r:embed="rId14"/>
          <a:stretch/>
        </p:blipFill>
        <p:spPr bwMode="auto">
          <a:xfrm>
            <a:off x="550800" y="6348240"/>
            <a:ext cx="998280" cy="425160"/>
          </a:xfrm>
          <a:prstGeom prst="rect">
            <a:avLst/>
          </a:prstGeom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  <a:defRPr/>
            </a:pPr>
            <a:r>
              <a:rPr lang="fr-FR" sz="4400" b="0" strike="noStrike" spc="-1">
                <a:latin typeface="Arial"/>
              </a:rPr>
              <a:t>Cliquez pour éditer le format du texte-titre</a:t>
            </a:r>
            <a:endParaRPr lang="fr-FR" sz="4400" b="0" strike="noStrike" spc="-1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3200" b="0" strike="noStrike" spc="-1">
                <a:latin typeface="Arial"/>
              </a:rPr>
              <a:t>Cliquez pour éditer le format du plan de texte</a:t>
            </a:r>
            <a:endParaRPr lang="fr-FR" sz="3200" b="0" strike="noStrike" spc="-1"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2800" b="0" strike="noStrike" spc="-1">
                <a:latin typeface="Arial"/>
              </a:rPr>
              <a:t>Second niveau de plan</a:t>
            </a:r>
            <a:endParaRPr lang="fr-FR" sz="2800" b="0" strike="noStrike" spc="-1"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400" b="0" strike="noStrike" spc="-1">
                <a:latin typeface="Arial"/>
              </a:rPr>
              <a:t>Troisième niveau de plan</a:t>
            </a:r>
            <a:endParaRPr lang="fr-FR" sz="2400" b="0" strike="noStrike" spc="-1"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2000" b="0" strike="noStrike" spc="-1">
                <a:latin typeface="Arial"/>
              </a:rPr>
              <a:t>Quatrième niveau de plan</a:t>
            </a:r>
            <a:endParaRPr lang="fr-FR" sz="2000" b="0" strike="noStrike" spc="-1"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Cinquième niveau de plan</a:t>
            </a:r>
            <a:endParaRPr lang="fr-FR" sz="2000" b="0" strike="noStrike" spc="-1"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Sixième niveau de plan</a:t>
            </a:r>
            <a:endParaRPr lang="fr-FR" sz="2000" b="0" strike="noStrike" spc="-1"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strike="noStrike" spc="-1">
                <a:latin typeface="Arial"/>
              </a:rPr>
              <a:t>Septième niveau de plan</a:t>
            </a:r>
            <a:endParaRPr lang="fr-FR" sz="20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 bwMode="auto">
          <a:xfrm>
            <a:off x="1523880" y="3144960"/>
            <a:ext cx="9158038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fr-FR" sz="2400" b="0" strike="noStrike" spc="-1">
                <a:solidFill>
                  <a:srgbClr val="000000"/>
                </a:solidFill>
                <a:latin typeface="Sofia Pro Bold"/>
                <a:ea typeface="DejaVu Sans"/>
              </a:rPr>
              <a:t>ZG6 </a:t>
            </a:r>
            <a:endParaRPr lang="fr-FR" sz="2400" b="0" strike="noStrike" spc="0">
              <a:solidFill>
                <a:srgbClr val="000000"/>
              </a:solidFill>
              <a:latin typeface="Sofia Pro Bold"/>
              <a:ea typeface="DejaVu Sans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lang="fr-FR" sz="2400" b="0" strike="noStrike" spc="0">
                <a:solidFill>
                  <a:srgbClr val="000000"/>
                </a:solidFill>
                <a:latin typeface="Sofia Pro Bold"/>
                <a:ea typeface="DejaVu Sans"/>
              </a:rPr>
              <a:t>Week 1 report</a:t>
            </a:r>
            <a:endParaRPr lang="fr-FR" sz="2400" b="0" strike="noStrike" spc="0">
              <a:latin typeface="Arial"/>
            </a:endParaRPr>
          </a:p>
        </p:txBody>
      </p:sp>
      <p:grpSp>
        <p:nvGrpSpPr>
          <p:cNvPr id="125" name="Groupe 2"/>
          <p:cNvGrpSpPr/>
          <p:nvPr/>
        </p:nvGrpSpPr>
        <p:grpSpPr bwMode="auto">
          <a:xfrm>
            <a:off x="4383000" y="4191120"/>
            <a:ext cx="3423600" cy="55080"/>
            <a:chOff x="4383000" y="4191120"/>
            <a:chExt cx="3423600" cy="55080"/>
          </a:xfrm>
        </p:grpSpPr>
        <p:sp>
          <p:nvSpPr>
            <p:cNvPr id="126" name="Rectangle 15"/>
            <p:cNvSpPr/>
            <p:nvPr/>
          </p:nvSpPr>
          <p:spPr bwMode="auto">
            <a:xfrm>
              <a:off x="4383000" y="4191120"/>
              <a:ext cx="1140840" cy="55080"/>
            </a:xfrm>
            <a:prstGeom prst="rect">
              <a:avLst/>
            </a:prstGeom>
            <a:solidFill>
              <a:srgbClr val="EE8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Rectangle 16"/>
            <p:cNvSpPr/>
            <p:nvPr/>
          </p:nvSpPr>
          <p:spPr bwMode="auto">
            <a:xfrm>
              <a:off x="5524200" y="4191120"/>
              <a:ext cx="1141200" cy="55080"/>
            </a:xfrm>
            <a:prstGeom prst="rect">
              <a:avLst/>
            </a:prstGeom>
            <a:solidFill>
              <a:srgbClr val="96D4E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Rectangle 17"/>
            <p:cNvSpPr/>
            <p:nvPr/>
          </p:nvSpPr>
          <p:spPr bwMode="auto">
            <a:xfrm>
              <a:off x="6665760" y="4191120"/>
              <a:ext cx="1140840" cy="55080"/>
            </a:xfrm>
            <a:prstGeom prst="rect">
              <a:avLst/>
            </a:prstGeom>
            <a:solidFill>
              <a:srgbClr val="ED759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9" name="Rectangle 18"/>
          <p:cNvSpPr/>
          <p:nvPr/>
        </p:nvSpPr>
        <p:spPr bwMode="auto">
          <a:xfrm>
            <a:off x="2279520" y="404640"/>
            <a:ext cx="1728720" cy="1152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0" name="Image 14" descr=""/>
          <p:cNvPicPr/>
          <p:nvPr/>
        </p:nvPicPr>
        <p:blipFill>
          <a:blip r:embed="rId3"/>
          <a:stretch/>
        </p:blipFill>
        <p:spPr bwMode="auto">
          <a:xfrm>
            <a:off x="4730760" y="1455840"/>
            <a:ext cx="2730240" cy="1150560"/>
          </a:xfrm>
          <a:prstGeom prst="rect">
            <a:avLst/>
          </a:prstGeom>
          <a:ln w="0">
            <a:noFill/>
          </a:ln>
        </p:spPr>
      </p:pic>
      <p:sp>
        <p:nvSpPr>
          <p:cNvPr id="131" name="Rectangle 1"/>
          <p:cNvSpPr/>
          <p:nvPr/>
        </p:nvSpPr>
        <p:spPr bwMode="auto">
          <a:xfrm>
            <a:off x="1523880" y="4430880"/>
            <a:ext cx="9139317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fr-FR" sz="1800" b="0" strike="noStrike" spc="-1">
                <a:solidFill>
                  <a:srgbClr val="000000"/>
                </a:solidFill>
                <a:latin typeface="Sofia Pro Bold"/>
                <a:ea typeface="DejaVu Sans"/>
              </a:rPr>
              <a:t>Team 2 : Fromagé Louis / Turpin Antoine / Bertucat Antoine / </a:t>
            </a:r>
            <a:endParaRPr lang="fr-FR" sz="1800" b="0" strike="noStrike" spc="0">
              <a:solidFill>
                <a:srgbClr val="000000"/>
              </a:solidFill>
              <a:latin typeface="Sofia Pro Bold"/>
              <a:ea typeface="DejaVu Sans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Vermeulen Mathys /</a:t>
            </a:r>
            <a:r>
              <a:rPr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Fildier Roma</a:t>
            </a:r>
            <a:r>
              <a:rPr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in</a:t>
            </a:r>
            <a:endParaRPr sz="1800" b="0" strike="noStrike" spc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fr-FR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391435" name="PlaceHolder 1"/>
          <p:cNvSpPr>
            <a:spLocks noGrp="1"/>
          </p:cNvSpPr>
          <p:nvPr/>
        </p:nvSpPr>
        <p:spPr bwMode="auto">
          <a:xfrm>
            <a:off x="609480" y="644239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lang="fr-FR" sz="2600" b="0" strike="noStrike" spc="0">
                <a:solidFill>
                  <a:srgbClr val="EE8A1C"/>
                </a:solidFill>
                <a:latin typeface="Sofia Pro Black"/>
              </a:rPr>
              <a:t>Summary</a:t>
            </a:r>
            <a:endParaRPr lang="fr-FR" sz="2600" b="0" strike="noStrike" spc="0">
              <a:latin typeface="Arial"/>
            </a:endParaRPr>
          </a:p>
        </p:txBody>
      </p:sp>
      <p:sp>
        <p:nvSpPr>
          <p:cNvPr id="896280904" name=""/>
          <p:cNvSpPr txBox="1"/>
          <p:nvPr/>
        </p:nvSpPr>
        <p:spPr bwMode="auto">
          <a:xfrm flipH="0" flipV="0">
            <a:off x="723065" y="1587497"/>
            <a:ext cx="10335147" cy="32617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00000"/>
              </a:lnSpc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rgbClr val="000000"/>
                </a:solidFill>
                <a:latin typeface="Sofia Pro Bold"/>
                <a:ea typeface="DejaVu Sans"/>
                <a:cs typeface="Sofia Pro Bold"/>
              </a:rPr>
              <a:t>Project Presentation</a:t>
            </a:r>
            <a:endParaRPr lang="fr-FR" sz="1800" b="0" i="0" u="none" strike="noStrike" cap="none" spc="0">
              <a:solidFill>
                <a:srgbClr val="000000"/>
              </a:solidFill>
              <a:latin typeface="Sofia Pro Bold"/>
              <a:ea typeface="DejaVu Sans"/>
              <a:cs typeface="Sofia Pro Bold"/>
            </a:endParaRPr>
          </a:p>
          <a:p>
            <a:pPr marL="283878" indent="-283878" algn="l">
              <a:lnSpc>
                <a:spcPct val="100000"/>
              </a:lnSpc>
              <a:buFont typeface="Arial"/>
              <a:buChar char="•"/>
              <a:defRPr/>
            </a:pPr>
            <a:endParaRPr lang="fr-FR" sz="1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3879" indent="-283879" algn="l">
              <a:lnSpc>
                <a:spcPct val="100000"/>
              </a:lnSpc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rgbClr val="000000"/>
                </a:solidFill>
                <a:latin typeface="Sofia Pro Bold"/>
                <a:ea typeface="DejaVu Sans"/>
                <a:cs typeface="Sofia Pro Bold"/>
              </a:rPr>
              <a:t>GANTT</a:t>
            </a:r>
            <a:endParaRPr lang="fr-FR" sz="1800" b="0" i="0" u="none" strike="noStrike" cap="none" spc="0">
              <a:solidFill>
                <a:srgbClr val="000000"/>
              </a:solidFill>
              <a:latin typeface="Sofia Pro Bold"/>
              <a:ea typeface="DejaVu Sans"/>
              <a:cs typeface="Sofia Pro Bold"/>
            </a:endParaRPr>
          </a:p>
          <a:p>
            <a:pPr marL="283879" indent="-283879" algn="l">
              <a:lnSpc>
                <a:spcPct val="100000"/>
              </a:lnSpc>
              <a:buFont typeface="Arial"/>
              <a:buChar char="•"/>
              <a:defRPr/>
            </a:pPr>
            <a:endParaRPr lang="fr-FR" sz="1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3879" indent="-283879" algn="l">
              <a:lnSpc>
                <a:spcPct val="100000"/>
              </a:lnSpc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rgbClr val="000000"/>
                </a:solidFill>
                <a:latin typeface="Sofia Pro Bold"/>
                <a:ea typeface="DejaVu Sans"/>
                <a:cs typeface="Sofia Pro Bold"/>
              </a:rPr>
              <a:t>Architecture diagram</a:t>
            </a:r>
            <a:endParaRPr lang="fr-FR" sz="1800" b="0" i="0" u="none" strike="noStrike" cap="none" spc="0">
              <a:solidFill>
                <a:srgbClr val="000000"/>
              </a:solidFill>
              <a:latin typeface="Sofia Pro Bold"/>
              <a:ea typeface="DejaVu Sans"/>
              <a:cs typeface="Sofia Pro Bold"/>
            </a:endParaRPr>
          </a:p>
          <a:p>
            <a:pPr algn="l">
              <a:lnSpc>
                <a:spcPct val="100000"/>
              </a:lnSpc>
              <a:defRPr/>
            </a:pPr>
            <a:endParaRPr lang="fr-FR" sz="1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3879" indent="-283879" algn="l">
              <a:lnSpc>
                <a:spcPct val="100000"/>
              </a:lnSpc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rgbClr val="000000"/>
                </a:solidFill>
                <a:latin typeface="Sofia Pro Bold"/>
                <a:ea typeface="DejaVu Sans"/>
                <a:cs typeface="Sofia Pro Bold"/>
              </a:rPr>
              <a:t>Signal analyse</a:t>
            </a:r>
            <a:endParaRPr lang="fr-FR" sz="1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3879" indent="-283879" algn="l">
              <a:lnSpc>
                <a:spcPct val="100000"/>
              </a:lnSpc>
              <a:buFont typeface="Arial"/>
              <a:buChar char="•"/>
              <a:defRPr/>
            </a:pPr>
            <a:endParaRPr lang="fr-FR" sz="1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3879" indent="-283879" algn="l">
              <a:lnSpc>
                <a:spcPct val="100000"/>
              </a:lnSpc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rgbClr val="000000"/>
                </a:solidFill>
                <a:latin typeface="Sofia Pro Bold"/>
                <a:ea typeface="DejaVu Sans"/>
                <a:cs typeface="Sofia Pro Bold"/>
              </a:rPr>
              <a:t>Graphical interface</a:t>
            </a:r>
            <a:endParaRPr lang="fr-FR" sz="1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3879" indent="-283879" algn="l">
              <a:lnSpc>
                <a:spcPct val="100000"/>
              </a:lnSpc>
              <a:buFont typeface="Arial"/>
              <a:buChar char="•"/>
              <a:defRPr/>
            </a:pPr>
            <a:endParaRPr lang="fr-FR" sz="1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3879" indent="-283879" algn="l">
              <a:lnSpc>
                <a:spcPct val="100000"/>
              </a:lnSpc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rgbClr val="000000"/>
                </a:solidFill>
                <a:latin typeface="Sofia Pro Bold"/>
                <a:ea typeface="DejaVu Sans"/>
                <a:cs typeface="Sofia Pro Bold"/>
              </a:rPr>
              <a:t>Model</a:t>
            </a:r>
            <a:endParaRPr lang="fr-FR" sz="1800" b="0" strike="noStrike" spc="0">
              <a:solidFill>
                <a:srgbClr val="000000"/>
              </a:solidFill>
              <a:latin typeface="Sofia Pro Bold"/>
              <a:ea typeface="DejaVu Sans"/>
            </a:endParaRPr>
          </a:p>
          <a:p>
            <a:pPr>
              <a:defRPr/>
            </a:pPr>
            <a:endParaRPr/>
          </a:p>
        </p:txBody>
      </p:sp>
      <p:sp>
        <p:nvSpPr>
          <p:cNvPr id="31189929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fld id="{1DC3F4B6-316B-C83B-F3D6-118B245515C3}" type="slidenum">
              <a:rPr lang="fr-FR" sz="1700" b="0" strike="noStrike" spc="0">
                <a:solidFill>
                  <a:srgbClr val="FFFFFF"/>
                </a:solidFill>
                <a:latin typeface="Sofia Pro Black"/>
                <a:ea typeface="DejaVu Sans"/>
              </a:rPr>
              <a:t/>
            </a:fld>
            <a:endParaRPr lang="fr-FR" sz="1700" b="0" strike="noStrike" spc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404201" name="PlaceHolder 1"/>
          <p:cNvSpPr>
            <a:spLocks noGrp="1"/>
          </p:cNvSpPr>
          <p:nvPr/>
        </p:nvSpPr>
        <p:spPr bwMode="auto">
          <a:xfrm>
            <a:off x="609480" y="644238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8" algn="l"/>
              </a:tabLst>
              <a:defRPr/>
            </a:pPr>
            <a:endParaRPr lang="fr-FR" sz="2600" b="0" strike="noStrike" spc="0">
              <a:latin typeface="Arial"/>
            </a:endParaRPr>
          </a:p>
        </p:txBody>
      </p:sp>
      <p:sp>
        <p:nvSpPr>
          <p:cNvPr id="316981004" name="PlaceHolder 1"/>
          <p:cNvSpPr>
            <a:spLocks noGrp="1"/>
          </p:cNvSpPr>
          <p:nvPr/>
        </p:nvSpPr>
        <p:spPr bwMode="auto">
          <a:xfrm>
            <a:off x="609480" y="644238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8" algn="l"/>
              </a:tabLst>
              <a:defRPr/>
            </a:pPr>
            <a:r>
              <a:rPr lang="fr-FR" sz="2600" b="0" strike="noStrike" spc="0">
                <a:solidFill>
                  <a:srgbClr val="EE8A1C"/>
                </a:solidFill>
                <a:latin typeface="Sofia Pro Black"/>
              </a:rPr>
              <a:t>Project Presentation</a:t>
            </a:r>
            <a:endParaRPr lang="fr-FR" sz="2600" b="0" strike="noStrike" spc="0">
              <a:latin typeface="Arial"/>
            </a:endParaRPr>
          </a:p>
        </p:txBody>
      </p:sp>
      <p:pic>
        <p:nvPicPr>
          <p:cNvPr id="134719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7276" y="2416341"/>
            <a:ext cx="2837447" cy="2837447"/>
          </a:xfrm>
          <a:prstGeom prst="rect">
            <a:avLst/>
          </a:prstGeom>
        </p:spPr>
      </p:pic>
      <p:sp>
        <p:nvSpPr>
          <p:cNvPr id="1662345182" name=""/>
          <p:cNvSpPr/>
          <p:nvPr/>
        </p:nvSpPr>
        <p:spPr bwMode="auto">
          <a:xfrm flipH="0" flipV="0">
            <a:off x="4677275" y="2727158"/>
            <a:ext cx="751973" cy="1403683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FF0000"/>
          </a:solidFill>
          <a:ln w="25400" cap="flat" cmpd="sng" algn="ctr">
            <a:solidFill>
              <a:schemeClr val="tx1"/>
            </a:solidFill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343609576" name=""/>
          <p:cNvSpPr/>
          <p:nvPr/>
        </p:nvSpPr>
        <p:spPr bwMode="auto">
          <a:xfrm flipH="0" flipV="0">
            <a:off x="4862763" y="4516854"/>
            <a:ext cx="2466473" cy="992604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00B0F0"/>
          </a:solidFill>
          <a:ln w="25400" cap="flat" cmpd="sng" algn="ctr">
            <a:solidFill>
              <a:schemeClr val="tx1"/>
            </a:solidFill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15004184" name=""/>
          <p:cNvSpPr txBox="1"/>
          <p:nvPr/>
        </p:nvSpPr>
        <p:spPr bwMode="auto">
          <a:xfrm flipH="0" flipV="0">
            <a:off x="2824898" y="3202846"/>
            <a:ext cx="185237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000" b="1">
                <a:solidFill>
                  <a:srgbClr val="FF0000"/>
                </a:solidFill>
              </a:rPr>
              <a:t>vertical axis</a:t>
            </a:r>
            <a:endParaRPr/>
          </a:p>
        </p:txBody>
      </p:sp>
      <p:sp>
        <p:nvSpPr>
          <p:cNvPr id="458654091" name=""/>
          <p:cNvSpPr txBox="1"/>
          <p:nvPr/>
        </p:nvSpPr>
        <p:spPr bwMode="auto">
          <a:xfrm flipH="0" flipV="0">
            <a:off x="4969284" y="5833711"/>
            <a:ext cx="2254150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000" b="1">
                <a:solidFill>
                  <a:srgbClr val="00B0F0"/>
                </a:solidFill>
              </a:rPr>
              <a:t>horizontal axis</a:t>
            </a:r>
            <a:endParaRPr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326246" name="PlaceHolder 1"/>
          <p:cNvSpPr>
            <a:spLocks noGrp="1"/>
          </p:cNvSpPr>
          <p:nvPr/>
        </p:nvSpPr>
        <p:spPr bwMode="auto">
          <a:xfrm>
            <a:off x="609480" y="644239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lang="fr-FR" sz="2600" b="0" strike="noStrike" spc="0">
                <a:solidFill>
                  <a:srgbClr val="EE8A1C"/>
                </a:solidFill>
                <a:latin typeface="Sofia Pro Black"/>
              </a:rPr>
              <a:t>GANTT</a:t>
            </a:r>
            <a:endParaRPr lang="fr-FR" sz="2600" b="0" strike="noStrike" spc="0">
              <a:latin typeface="Arial"/>
            </a:endParaRPr>
          </a:p>
        </p:txBody>
      </p:sp>
      <p:pic>
        <p:nvPicPr>
          <p:cNvPr id="799197006" name=""/>
          <p:cNvPicPr>
            <a:picLocks noChangeAspect="1"/>
          </p:cNvPicPr>
          <p:nvPr/>
        </p:nvPicPr>
        <p:blipFill>
          <a:blip r:embed="rId3"/>
          <a:srcRect l="4182" t="31229" r="30563" b="37322"/>
          <a:stretch/>
        </p:blipFill>
        <p:spPr bwMode="auto">
          <a:xfrm flipH="0" flipV="0">
            <a:off x="344526" y="1604210"/>
            <a:ext cx="11502347" cy="3118183"/>
          </a:xfrm>
          <a:prstGeom prst="rect">
            <a:avLst/>
          </a:prstGeom>
        </p:spPr>
      </p:pic>
      <p:sp>
        <p:nvSpPr>
          <p:cNvPr id="993518899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fld id="{8465BFD7-E3E1-53A0-333E-53466BFA1F22}" type="slidenum">
              <a:rPr lang="fr-FR" sz="1700" b="0" strike="noStrike" spc="0">
                <a:solidFill>
                  <a:srgbClr val="FFFFFF"/>
                </a:solidFill>
                <a:latin typeface="Sofia Pro Black"/>
                <a:ea typeface="DejaVu Sans"/>
              </a:rPr>
              <a:t/>
            </a:fld>
            <a:endParaRPr lang="fr-FR" sz="1700" b="0" strike="noStrike" spc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644240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fr-FR" sz="2600" b="0" strike="noStrike" spc="-1">
                <a:solidFill>
                  <a:srgbClr val="EE8A1C"/>
                </a:solidFill>
                <a:latin typeface="Sofia Pro Black"/>
              </a:rPr>
              <a:t>Architecture diagram</a:t>
            </a:r>
            <a:endParaRPr lang="fr-FR" sz="2600" b="0" strike="noStrike" spc="-1">
              <a:latin typeface="Arial"/>
            </a:endParaRPr>
          </a:p>
        </p:txBody>
      </p:sp>
      <p:sp>
        <p:nvSpPr>
          <p:cNvPr id="133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69A79D9-B065-4914-802C-70D62E3FF20D}" type="slidenum">
              <a:rPr lang="fr-FR" sz="1700" b="0" strike="noStrike" spc="-1">
                <a:solidFill>
                  <a:srgbClr val="FFFFFF"/>
                </a:solidFill>
                <a:latin typeface="Sofia Pro Black"/>
                <a:ea typeface="DejaVu Sans"/>
              </a:rPr>
              <a:t>&lt;numéro&gt;</a:t>
            </a:fld>
            <a:endParaRPr lang="fr-FR" sz="1700" b="0" strike="noStrike" spc="-1">
              <a:latin typeface="Arial"/>
            </a:endParaRPr>
          </a:p>
        </p:txBody>
      </p:sp>
      <p:sp>
        <p:nvSpPr>
          <p:cNvPr id="134" name="Espace réservé de la date 3"/>
          <p:cNvSpPr/>
          <p:nvPr/>
        </p:nvSpPr>
        <p:spPr bwMode="auto">
          <a:xfrm>
            <a:off x="7026120" y="6453360"/>
            <a:ext cx="3390840" cy="2152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fr-FR" sz="800" b="0" strike="noStrike" spc="-1">
                <a:solidFill>
                  <a:srgbClr val="898989"/>
                </a:solidFill>
                <a:latin typeface="Sofia Pro Light"/>
                <a:ea typeface="DejaVu Sans"/>
              </a:rPr>
              <a:t>Équipe 2</a:t>
            </a:r>
            <a:endParaRPr lang="fr-FR" sz="800" b="0" strike="noStrike" spc="-1">
              <a:latin typeface="Arial"/>
            </a:endParaRPr>
          </a:p>
        </p:txBody>
      </p:sp>
      <p:sp>
        <p:nvSpPr>
          <p:cNvPr id="135" name="Espace réservé du pied de page 4"/>
          <p:cNvSpPr/>
          <p:nvPr/>
        </p:nvSpPr>
        <p:spPr bwMode="auto">
          <a:xfrm>
            <a:off x="1871640" y="6345720"/>
            <a:ext cx="4992480" cy="2152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sz="1800" b="0" strike="noStrike" spc="-1">
              <a:solidFill>
                <a:schemeClr val="bg1"/>
              </a:solidFill>
              <a:latin typeface="Arial"/>
            </a:endParaRPr>
          </a:p>
        </p:txBody>
      </p:sp>
      <p:pic>
        <p:nvPicPr>
          <p:cNvPr id="13135695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614" y="1630629"/>
            <a:ext cx="11410770" cy="33119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630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6399" y="-63857"/>
            <a:ext cx="11779249" cy="6302505"/>
          </a:xfrm>
          <a:prstGeom prst="rect">
            <a:avLst/>
          </a:prstGeom>
        </p:spPr>
      </p:pic>
      <p:sp>
        <p:nvSpPr>
          <p:cNvPr id="1144735574" name="PlaceHolder 1"/>
          <p:cNvSpPr>
            <a:spLocks noGrp="1"/>
          </p:cNvSpPr>
          <p:nvPr/>
        </p:nvSpPr>
        <p:spPr bwMode="auto">
          <a:xfrm>
            <a:off x="342779" y="234664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lang="fr-FR" sz="2600" b="0" strike="noStrike" spc="0">
                <a:solidFill>
                  <a:srgbClr val="EE8A1C"/>
                </a:solidFill>
                <a:latin typeface="Sofia Pro Black"/>
              </a:rPr>
              <a:t>Data recording part</a:t>
            </a:r>
            <a:endParaRPr lang="fr-FR" sz="2600" b="0" strike="noStrike" spc="0">
              <a:latin typeface="Arial"/>
            </a:endParaRPr>
          </a:p>
        </p:txBody>
      </p:sp>
      <p:sp>
        <p:nvSpPr>
          <p:cNvPr id="802212998" name=""/>
          <p:cNvSpPr/>
          <p:nvPr/>
        </p:nvSpPr>
        <p:spPr bwMode="auto">
          <a:xfrm flipH="0" flipV="0">
            <a:off x="4201499" y="4657725"/>
            <a:ext cx="5943600" cy="171449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71006820" name=""/>
          <p:cNvSpPr txBox="1"/>
          <p:nvPr/>
        </p:nvSpPr>
        <p:spPr bwMode="auto">
          <a:xfrm flipH="0" flipV="0">
            <a:off x="6968627" y="4876799"/>
            <a:ext cx="1362305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Frame of the camera</a:t>
            </a:r>
            <a:endParaRPr/>
          </a:p>
        </p:txBody>
      </p:sp>
      <p:sp>
        <p:nvSpPr>
          <p:cNvPr id="1583994101" name=""/>
          <p:cNvSpPr/>
          <p:nvPr/>
        </p:nvSpPr>
        <p:spPr bwMode="auto">
          <a:xfrm flipH="0" flipV="0">
            <a:off x="5430224" y="4219574"/>
            <a:ext cx="4705349" cy="180974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10040877" name=""/>
          <p:cNvSpPr txBox="1"/>
          <p:nvPr/>
        </p:nvSpPr>
        <p:spPr bwMode="auto">
          <a:xfrm flipH="0" flipV="0">
            <a:off x="3181999" y="2785206"/>
            <a:ext cx="178542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peripheral link        </a:t>
            </a:r>
            <a:endParaRPr sz="1600">
              <a:solidFill>
                <a:schemeClr val="tx1"/>
              </a:solidFill>
              <a:highlight>
                <a:srgbClr val="FFFFFF"/>
              </a:highlight>
            </a:endParaRPr>
          </a:p>
        </p:txBody>
      </p:sp>
      <p:sp>
        <p:nvSpPr>
          <p:cNvPr id="94843737" name=""/>
          <p:cNvSpPr/>
          <p:nvPr/>
        </p:nvSpPr>
        <p:spPr bwMode="auto">
          <a:xfrm rot="5399978" flipH="0" flipV="0">
            <a:off x="10087499" y="3579394"/>
            <a:ext cx="942473" cy="180473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r">
              <a:defRPr/>
            </a:pPr>
            <a:endParaRPr/>
          </a:p>
        </p:txBody>
      </p:sp>
      <p:sp>
        <p:nvSpPr>
          <p:cNvPr id="1143976956" name=""/>
          <p:cNvSpPr/>
          <p:nvPr/>
        </p:nvSpPr>
        <p:spPr bwMode="auto">
          <a:xfrm rot="16199969" flipH="0" flipV="0">
            <a:off x="10420372" y="3658100"/>
            <a:ext cx="942472" cy="18047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r">
              <a:defRPr/>
            </a:pPr>
            <a:endParaRPr/>
          </a:p>
        </p:txBody>
      </p:sp>
      <p:sp>
        <p:nvSpPr>
          <p:cNvPr id="1817556056" name=""/>
          <p:cNvSpPr txBox="1"/>
          <p:nvPr/>
        </p:nvSpPr>
        <p:spPr bwMode="auto">
          <a:xfrm flipH="0" flipV="0">
            <a:off x="9993954" y="3198394"/>
            <a:ext cx="564781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control</a:t>
            </a:r>
            <a:endParaRPr/>
          </a:p>
        </p:txBody>
      </p:sp>
      <p:sp>
        <p:nvSpPr>
          <p:cNvPr id="620009727" name=""/>
          <p:cNvSpPr txBox="1"/>
          <p:nvPr/>
        </p:nvSpPr>
        <p:spPr bwMode="auto">
          <a:xfrm flipH="0" flipV="0">
            <a:off x="10981845" y="3198394"/>
            <a:ext cx="663627" cy="3965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data </a:t>
            </a:r>
            <a:endParaRPr/>
          </a:p>
          <a:p>
            <a:pPr>
              <a:defRPr/>
            </a:pPr>
            <a:r>
              <a:rPr/>
              <a:t>received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187834" name="PlaceHolder 1"/>
          <p:cNvSpPr>
            <a:spLocks noGrp="1"/>
          </p:cNvSpPr>
          <p:nvPr/>
        </p:nvSpPr>
        <p:spPr bwMode="auto">
          <a:xfrm>
            <a:off x="342778" y="234664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lang="fr-FR" sz="2600" b="0" strike="noStrike" spc="0">
                <a:solidFill>
                  <a:srgbClr val="EE8A1C"/>
                </a:solidFill>
                <a:latin typeface="Sofia Pro Black"/>
              </a:rPr>
              <a:t>Motor control part</a:t>
            </a:r>
            <a:endParaRPr lang="fr-FR" sz="2600" b="0" strike="noStrike" spc="0">
              <a:latin typeface="Arial"/>
            </a:endParaRPr>
          </a:p>
        </p:txBody>
      </p:sp>
      <p:pic>
        <p:nvPicPr>
          <p:cNvPr id="8304776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3836" y="873124"/>
            <a:ext cx="9363074" cy="5414962"/>
          </a:xfrm>
          <a:prstGeom prst="rect">
            <a:avLst/>
          </a:prstGeom>
        </p:spPr>
      </p:pic>
      <p:sp>
        <p:nvSpPr>
          <p:cNvPr id="1159194752" name=""/>
          <p:cNvSpPr/>
          <p:nvPr/>
        </p:nvSpPr>
        <p:spPr bwMode="auto">
          <a:xfrm flipH="0" flipV="0">
            <a:off x="2620071" y="5021034"/>
            <a:ext cx="1258660" cy="102053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7537180" name=""/>
          <p:cNvSpPr txBox="1"/>
          <p:nvPr/>
        </p:nvSpPr>
        <p:spPr bwMode="auto">
          <a:xfrm flipH="0" flipV="0">
            <a:off x="2620071" y="4624435"/>
            <a:ext cx="1048748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Horizontal and vertical angle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08690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75477" y="2956006"/>
            <a:ext cx="4818761" cy="3010208"/>
          </a:xfrm>
          <a:prstGeom prst="rect">
            <a:avLst/>
          </a:prstGeom>
        </p:spPr>
      </p:pic>
      <p:sp>
        <p:nvSpPr>
          <p:cNvPr id="2079972510" name="PlaceHolder 1"/>
          <p:cNvSpPr>
            <a:spLocks noGrp="1"/>
          </p:cNvSpPr>
          <p:nvPr/>
        </p:nvSpPr>
        <p:spPr bwMode="auto">
          <a:xfrm>
            <a:off x="342778" y="234664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lang="fr-FR" sz="2600" b="0" strike="noStrike" spc="0">
                <a:solidFill>
                  <a:srgbClr val="EE8A1C"/>
                </a:solidFill>
                <a:latin typeface="Sofia Pro Black"/>
              </a:rPr>
              <a:t>Signal analyse</a:t>
            </a:r>
            <a:endParaRPr lang="fr-FR" sz="2600" b="0" strike="noStrike" spc="0">
              <a:latin typeface="Arial"/>
            </a:endParaRPr>
          </a:p>
        </p:txBody>
      </p:sp>
      <p:pic>
        <p:nvPicPr>
          <p:cNvPr id="18880371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-20977" y="953224"/>
            <a:ext cx="7655977" cy="51711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7471833" name="PlaceHolder 1"/>
          <p:cNvSpPr>
            <a:spLocks noGrp="1"/>
          </p:cNvSpPr>
          <p:nvPr/>
        </p:nvSpPr>
        <p:spPr bwMode="auto">
          <a:xfrm>
            <a:off x="609480" y="644239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lang="fr-FR" sz="2600" b="0" strike="noStrike" spc="0">
                <a:solidFill>
                  <a:srgbClr val="EE8A1C"/>
                </a:solidFill>
                <a:latin typeface="Sofia Pro Black"/>
              </a:rPr>
              <a:t>Graphical interface</a:t>
            </a:r>
            <a:endParaRPr lang="fr-FR" sz="2600" b="0" strike="noStrike" spc="0">
              <a:latin typeface="Arial"/>
            </a:endParaRPr>
          </a:p>
        </p:txBody>
      </p:sp>
      <p:sp>
        <p:nvSpPr>
          <p:cNvPr id="1022788317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fld id="{99C28BA2-80E8-A660-8C2C-70BB5A55B1B2}" type="slidenum">
              <a:rPr lang="fr-FR" sz="1700" b="0" strike="noStrike" spc="0">
                <a:solidFill>
                  <a:srgbClr val="FFFFFF"/>
                </a:solidFill>
                <a:latin typeface="Sofia Pro Black"/>
                <a:ea typeface="DejaVu Sans"/>
              </a:rPr>
              <a:t/>
            </a:fld>
            <a:endParaRPr lang="fr-FR" sz="1700" b="0" strike="noStrike" spc="0">
              <a:latin typeface="Arial"/>
            </a:endParaRPr>
          </a:p>
        </p:txBody>
      </p:sp>
      <p:pic>
        <p:nvPicPr>
          <p:cNvPr id="17749864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146131" y="2024062"/>
            <a:ext cx="5734049" cy="2743200"/>
          </a:xfrm>
          <a:prstGeom prst="rect">
            <a:avLst/>
          </a:prstGeom>
        </p:spPr>
      </p:pic>
      <p:pic>
        <p:nvPicPr>
          <p:cNvPr id="202699346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60421" y="2005012"/>
            <a:ext cx="5657850" cy="27812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82457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2781" y="1661689"/>
            <a:ext cx="3221091" cy="4294788"/>
          </a:xfrm>
          <a:prstGeom prst="rect">
            <a:avLst/>
          </a:prstGeom>
        </p:spPr>
      </p:pic>
      <p:pic>
        <p:nvPicPr>
          <p:cNvPr id="13573662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095999" y="1681624"/>
            <a:ext cx="3202309" cy="4274853"/>
          </a:xfrm>
          <a:prstGeom prst="rect">
            <a:avLst/>
          </a:prstGeom>
        </p:spPr>
      </p:pic>
      <p:sp>
        <p:nvSpPr>
          <p:cNvPr id="1781060963" name="PlaceHolder 1"/>
          <p:cNvSpPr>
            <a:spLocks noGrp="1"/>
          </p:cNvSpPr>
          <p:nvPr/>
        </p:nvSpPr>
        <p:spPr bwMode="auto">
          <a:xfrm>
            <a:off x="609480" y="644239"/>
            <a:ext cx="10972440" cy="7185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r>
              <a:rPr lang="fr-FR" sz="2600" b="0" strike="noStrike" spc="0">
                <a:solidFill>
                  <a:srgbClr val="EE8A1C"/>
                </a:solidFill>
                <a:latin typeface="Sofia Pro Black"/>
              </a:rPr>
              <a:t>Model</a:t>
            </a:r>
            <a:endParaRPr lang="fr-FR" sz="2600" b="0" strike="noStrike" spc="0">
              <a:latin typeface="Arial"/>
            </a:endParaRPr>
          </a:p>
        </p:txBody>
      </p:sp>
      <p:sp>
        <p:nvSpPr>
          <p:cNvPr id="1904928301" name="Espace réservé du numéro de diapositive 2"/>
          <p:cNvSpPr/>
          <p:nvPr/>
        </p:nvSpPr>
        <p:spPr bwMode="auto">
          <a:xfrm>
            <a:off x="1060920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399" algn="l"/>
              </a:tabLst>
              <a:defRPr/>
            </a:pPr>
            <a:fld id="{0AB2B61A-A19E-93BF-4FA5-C9440CBFFD88}" type="slidenum">
              <a:rPr lang="fr-FR" sz="1700" b="0" strike="noStrike" spc="0">
                <a:solidFill>
                  <a:srgbClr val="FFFFFF"/>
                </a:solidFill>
                <a:latin typeface="Sofia Pro Black"/>
                <a:ea typeface="DejaVu Sans"/>
              </a:rPr>
              <a:t/>
            </a:fld>
            <a:endParaRPr lang="fr-FR" sz="1700" b="0" strike="noStrike" spc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" name="Espace réservé du numéro de diapositive 2"/>
          <p:cNvSpPr/>
          <p:nvPr/>
        </p:nvSpPr>
        <p:spPr bwMode="auto">
          <a:xfrm>
            <a:off x="11219040" y="6356520"/>
            <a:ext cx="972720" cy="36468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F96F0EF4-D611-4F4B-867B-596D26F94F8C}" type="slidenum">
              <a:rPr lang="fr-FR" sz="1800" b="0" strike="noStrike" spc="-1">
                <a:solidFill>
                  <a:srgbClr val="FFFFFF"/>
                </a:solidFill>
                <a:latin typeface="Sofia Pro Black"/>
                <a:ea typeface="DejaVu Sans"/>
              </a:rPr>
              <a:t>6</a:t>
            </a:fld>
            <a:endParaRPr lang="fr-FR" sz="1800" b="0" strike="noStrike" spc="-1">
              <a:latin typeface="Arial"/>
            </a:endParaRPr>
          </a:p>
        </p:txBody>
      </p:sp>
      <p:sp>
        <p:nvSpPr>
          <p:cNvPr id="174" name="Rectangle 1"/>
          <p:cNvSpPr/>
          <p:nvPr/>
        </p:nvSpPr>
        <p:spPr bwMode="auto">
          <a:xfrm>
            <a:off x="4384800" y="3643200"/>
            <a:ext cx="344304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fr-FR" sz="2400" b="0" strike="noStrike" spc="-1">
                <a:solidFill>
                  <a:srgbClr val="000000"/>
                </a:solidFill>
                <a:latin typeface="Sofia Pro Bold"/>
                <a:ea typeface="DejaVu Sans"/>
              </a:rPr>
              <a:t>Thank you for your attention !</a:t>
            </a:r>
            <a:endParaRPr lang="fr-FR" sz="2400" b="0" strike="noStrike" spc="-1">
              <a:latin typeface="Arial"/>
            </a:endParaRPr>
          </a:p>
        </p:txBody>
      </p:sp>
      <p:grpSp>
        <p:nvGrpSpPr>
          <p:cNvPr id="175" name="Groupe 2"/>
          <p:cNvGrpSpPr/>
          <p:nvPr/>
        </p:nvGrpSpPr>
        <p:grpSpPr bwMode="auto">
          <a:xfrm>
            <a:off x="4383000" y="4722840"/>
            <a:ext cx="3423600" cy="55080"/>
            <a:chOff x="4383000" y="4722840"/>
            <a:chExt cx="3423600" cy="55080"/>
          </a:xfrm>
        </p:grpSpPr>
        <p:sp>
          <p:nvSpPr>
            <p:cNvPr id="176" name="Rectangle 8"/>
            <p:cNvSpPr/>
            <p:nvPr/>
          </p:nvSpPr>
          <p:spPr bwMode="auto">
            <a:xfrm>
              <a:off x="4383000" y="4722840"/>
              <a:ext cx="1140840" cy="55080"/>
            </a:xfrm>
            <a:prstGeom prst="rect">
              <a:avLst/>
            </a:prstGeom>
            <a:solidFill>
              <a:srgbClr val="EE8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7" name="Rectangle 9"/>
            <p:cNvSpPr/>
            <p:nvPr/>
          </p:nvSpPr>
          <p:spPr bwMode="auto">
            <a:xfrm>
              <a:off x="5524200" y="4722840"/>
              <a:ext cx="1141200" cy="55080"/>
            </a:xfrm>
            <a:prstGeom prst="rect">
              <a:avLst/>
            </a:prstGeom>
            <a:solidFill>
              <a:srgbClr val="96D4E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8" name="Rectangle 10"/>
            <p:cNvSpPr/>
            <p:nvPr/>
          </p:nvSpPr>
          <p:spPr bwMode="auto">
            <a:xfrm>
              <a:off x="6665760" y="4722840"/>
              <a:ext cx="1140840" cy="55080"/>
            </a:xfrm>
            <a:prstGeom prst="rect">
              <a:avLst/>
            </a:prstGeom>
            <a:solidFill>
              <a:srgbClr val="ED759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179" name="Image 12" descr=""/>
          <p:cNvPicPr/>
          <p:nvPr/>
        </p:nvPicPr>
        <p:blipFill>
          <a:blip r:embed="rId3"/>
          <a:stretch/>
        </p:blipFill>
        <p:spPr bwMode="auto">
          <a:xfrm>
            <a:off x="4730760" y="1700280"/>
            <a:ext cx="2730240" cy="1150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onlyoffice/8.1.1.26</Application>
  <DocSecurity>0</DocSecurity>
  <PresentationFormat/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Theme 1</vt:lpstr>
      <vt:lpstr>Theme 2</vt:lpstr>
      <vt:lpstr>Theme 3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stephane</dc:creator>
  <cp:keywords/>
  <dc:description/>
  <dc:identifier/>
  <dc:language>fr-FR</dc:language>
  <cp:lastModifiedBy>Mathys VERMEULEN</cp:lastModifiedBy>
  <cp:revision>565</cp:revision>
  <dcterms:created xsi:type="dcterms:W3CDTF">2012-07-19T16:45:53Z</dcterms:created>
  <dcterms:modified xsi:type="dcterms:W3CDTF">2025-06-11T06:48:31Z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7</vt:i4>
  </property>
  <property fmtid="{D5CDD505-2E9C-101B-9397-08002B2CF9AE}" pid="4" name="Slides">
    <vt:i4>7</vt:i4>
  </property>
</Properties>
</file>