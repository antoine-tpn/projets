
<file path=[Content_Types].xml><?xml version="1.0" encoding="utf-8"?>
<Types xmlns="http://schemas.openxmlformats.org/package/2006/content-types">
  <Default Extension="wmf" ContentType="image/x-wmf"/>
  <Default Extension="png" ContentType="image/png"/>
  <Default Extension="jpg" ContentType="image/jpe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Layouts/slideLayout33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1.xml" ContentType="application/vnd.openxmlformats-officedocument.presentationml.slideLayout+xml"/>
  <Override PartName="/ppt/notesSlides/notesSlide4.xml" ContentType="application/vnd.openxmlformats-officedocument.presentationml.notesSlide+xml"/>
  <Override PartName="/ppt/slideLayouts/slideLayout20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Layouts/slideLayout14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5.xml" ContentType="application/vnd.openxmlformats-officedocument.presentationml.slide+xml"/>
  <Override PartName="/ppt/slideLayouts/slideLayout2.xml" ContentType="application/vnd.openxmlformats-officedocument.presentationml.slideLayout+xml"/>
  <Override PartName="/ppt/slides/slide4.xml" ContentType="application/vnd.openxmlformats-officedocument.presentationml.slide+xml"/>
  <Override PartName="/ppt/slideMasters/slideMaster2.xml" ContentType="application/vnd.openxmlformats-officedocument.presentationml.slideMaster+xml"/>
  <Override PartName="/ppt/slideLayouts/slideLayout12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4.xml" ContentType="application/vnd.openxmlformats-officedocument.theme+xml"/>
  <Override PartName="/ppt/theme/theme3.xml" ContentType="application/vnd.openxmlformats-officedocument.theme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slides/slide6.xml" ContentType="application/vnd.openxmlformats-officedocument.presentationml.slide+xml"/>
  <Override PartName="/docProps/custom.xml" ContentType="application/vnd.openxmlformats-officedocument.custom-properties+xml"/>
  <Override PartName="/ppt/slideLayouts/slideLayout11.xml" ContentType="application/vnd.openxmlformats-officedocument.presentationml.slideLayout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s/slide2.xml" ContentType="application/vnd.openxmlformats-officedocument.presentationml.slide+xml"/>
  <Override PartName="/ppt/slideLayouts/slideLayout16.xml" ContentType="application/vnd.openxmlformats-officedocument.presentationml.slideLayout+xml"/>
  <Override PartName="/ppt/slideLayouts/slideLayout35.xml" ContentType="application/vnd.openxmlformats-officedocument.presentationml.slideLayout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slideLayouts/slideLayout6.xml" ContentType="application/vnd.openxmlformats-officedocument.presentationml.slideLayout+xml"/>
  <Override PartName="/ppt/notesSlides/notesSlide3.xml" ContentType="application/vnd.openxmlformats-officedocument.presentationml.notesSlide+xml"/>
  <Override PartName="/ppt/slideMasters/slideMaster3.xml" ContentType="application/vnd.openxmlformats-officedocument.presentationml.slideMaster+xml"/>
  <Override PartName="/ppt/slideLayouts/slideLayout18.xml" ContentType="application/vnd.openxmlformats-officedocument.presentationml.slideLayout+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  <p:sldMasterId id="2147483661" r:id="rId2"/>
    <p:sldMasterId id="2147483674" r:id="rId3"/>
  </p:sldMasterIdLst>
  <p:notesMasterIdLst>
    <p:notesMasterId r:id="rId14"/>
  </p:notesMasterIdLst>
  <p:sldIdLst>
    <p:sldId id="256" r:id="rId8"/>
    <p:sldId id="257" r:id="rId9"/>
    <p:sldId id="258" r:id="rId10"/>
    <p:sldId id="259" r:id="rId11"/>
    <p:sldId id="260" r:id="rId12"/>
    <p:sldId id="261" r:id="rId13"/>
  </p:sldIdLst>
  <p:sldSz cx="12193588" cy="6858000"/>
  <p:notesSz cx="6800850" cy="9928225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112" d="112"/>
          <a:sy n="108" d="115"/>
        </p:scale>
        <p:origin x="47" y="114"/>
      </p:cViewPr>
      <p:guideLst>
        <p:guide pos="3840"/>
        <p:guide pos="2160" orient="horz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theme" Target="theme/theme1.xml"/><Relationship Id="rId5" Type="http://schemas.openxmlformats.org/officeDocument/2006/relationships/theme" Target="theme/theme2.xml"/><Relationship Id="rId6" Type="http://schemas.openxmlformats.org/officeDocument/2006/relationships/theme" Target="theme/theme3.xml"/><Relationship Id="rId7" Type="http://schemas.openxmlformats.org/officeDocument/2006/relationships/theme" Target="theme/theme4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 /><Relationship Id="rId16" Type="http://schemas.openxmlformats.org/officeDocument/2006/relationships/tableStyles" Target="tableStyles.xml" /><Relationship Id="rId17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sldImg"/>
          </p:nvPr>
        </p:nvSpPr>
        <p:spPr bwMode="auto"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  <a:defRPr/>
            </a:pPr>
            <a:r>
              <a:rPr lang="fr-FR" sz="4400" b="0" strike="noStrike" spc="-1">
                <a:latin typeface="Arial"/>
              </a:rPr>
              <a:t>Cliquez pour déplacer la diapo</a:t>
            </a:r>
            <a:endParaRPr lang="fr-FR" sz="4400" b="0" strike="noStrike" spc="-1">
              <a:latin typeface="Arial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 type="body"/>
          </p:nvPr>
        </p:nvSpPr>
        <p:spPr bwMode="auto">
          <a:xfrm>
            <a:off x="756000" y="5078520"/>
            <a:ext cx="6047640" cy="4811039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r>
              <a:rPr lang="fr-FR" sz="2000" b="0" strike="noStrike" spc="-1">
                <a:latin typeface="Arial"/>
              </a:rPr>
              <a:t>Cliquez pour modifier le format des notes</a:t>
            </a:r>
            <a:endParaRPr lang="fr-FR" sz="2000" b="0" strike="noStrike" spc="-1">
              <a:latin typeface="Arial"/>
            </a:endParaRPr>
          </a:p>
        </p:txBody>
      </p:sp>
      <p:sp>
        <p:nvSpPr>
          <p:cNvPr id="120" name="PlaceHolder 3"/>
          <p:cNvSpPr>
            <a:spLocks noGrp="1"/>
          </p:cNvSpPr>
          <p:nvPr>
            <p:ph type="hdr"/>
          </p:nvPr>
        </p:nvSpPr>
        <p:spPr bwMode="auto"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r>
              <a:rPr lang="fr-FR" sz="1400" b="0" strike="noStrike" spc="-1">
                <a:latin typeface="Times New Roman"/>
              </a:rPr>
              <a:t>&lt;en-tête&gt;</a:t>
            </a:r>
            <a:endParaRPr lang="fr-FR" sz="1400" b="0" strike="noStrike" spc="-1">
              <a:latin typeface="Times New Roman"/>
            </a:endParaRPr>
          </a:p>
        </p:txBody>
      </p:sp>
      <p:sp>
        <p:nvSpPr>
          <p:cNvPr id="121" name="PlaceHolder 4"/>
          <p:cNvSpPr>
            <a:spLocks noGrp="1"/>
          </p:cNvSpPr>
          <p:nvPr>
            <p:ph type="dt"/>
          </p:nvPr>
        </p:nvSpPr>
        <p:spPr bwMode="auto"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algn="r">
              <a:buNone/>
              <a:defRPr/>
            </a:pPr>
            <a:r>
              <a:rPr lang="fr-FR" sz="1400" b="0" strike="noStrike" spc="-1">
                <a:latin typeface="Times New Roman"/>
              </a:rPr>
              <a:t>&lt;date/heure&gt;</a:t>
            </a:r>
            <a:endParaRPr lang="fr-FR" sz="1400" b="0" strike="noStrike" spc="-1">
              <a:latin typeface="Times New Roman"/>
            </a:endParaRPr>
          </a:p>
        </p:txBody>
      </p:sp>
      <p:sp>
        <p:nvSpPr>
          <p:cNvPr id="122" name="PlaceHolder 5"/>
          <p:cNvSpPr>
            <a:spLocks noGrp="1"/>
          </p:cNvSpPr>
          <p:nvPr>
            <p:ph type="ftr"/>
          </p:nvPr>
        </p:nvSpPr>
        <p:spPr bwMode="auto"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>
              <a:defRPr/>
            </a:pPr>
            <a:r>
              <a:rPr lang="fr-FR" sz="1400" b="0" strike="noStrike" spc="-1">
                <a:latin typeface="Times New Roman"/>
              </a:rPr>
              <a:t>&lt;pied de page&gt;</a:t>
            </a:r>
            <a:endParaRPr lang="fr-FR" sz="1400" b="0" strike="noStrike" spc="-1">
              <a:latin typeface="Times New Roman"/>
            </a:endParaRPr>
          </a:p>
        </p:txBody>
      </p:sp>
      <p:sp>
        <p:nvSpPr>
          <p:cNvPr id="123" name="PlaceHolder 6"/>
          <p:cNvSpPr>
            <a:spLocks noGrp="1"/>
          </p:cNvSpPr>
          <p:nvPr>
            <p:ph type="sldNum"/>
          </p:nvPr>
        </p:nvSpPr>
        <p:spPr bwMode="auto"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algn="r">
              <a:buNone/>
              <a:defRPr/>
            </a:pPr>
            <a:fld id="{6D2AB8A8-C34B-4390-941E-70035082ED9E}" type="slidenum">
              <a:rPr lang="fr-FR" sz="1400" b="0" strike="noStrike" spc="-1">
                <a:latin typeface="Times New Roman"/>
              </a:rPr>
              <a:t>&lt;numéro&gt;</a:t>
            </a:fld>
            <a:endParaRPr lang="fr-FR" sz="1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" name="PlaceHolder 1"/>
          <p:cNvSpPr>
            <a:spLocks noGrp="1"/>
          </p:cNvSpPr>
          <p:nvPr>
            <p:ph type="sldImg"/>
          </p:nvPr>
        </p:nvSpPr>
        <p:spPr bwMode="auto">
          <a:xfrm>
            <a:off x="90359" y="744480"/>
            <a:ext cx="6617880" cy="3723840"/>
          </a:xfrm>
          <a:prstGeom prst="rect">
            <a:avLst/>
          </a:prstGeom>
          <a:ln w="0">
            <a:noFill/>
          </a:ln>
        </p:spPr>
      </p:sp>
      <p:sp>
        <p:nvSpPr>
          <p:cNvPr id="181" name="PlaceHolder 2"/>
          <p:cNvSpPr>
            <a:spLocks noGrp="1"/>
          </p:cNvSpPr>
          <p:nvPr>
            <p:ph type="body"/>
          </p:nvPr>
        </p:nvSpPr>
        <p:spPr bwMode="auto">
          <a:xfrm>
            <a:off x="679320" y="4716360"/>
            <a:ext cx="5439960" cy="4468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fr-FR" sz="2000" b="0" strike="noStrike" spc="-1">
              <a:latin typeface="Arial"/>
            </a:endParaRPr>
          </a:p>
        </p:txBody>
      </p:sp>
      <p:sp>
        <p:nvSpPr>
          <p:cNvPr id="182" name="Espace réservé du numéro de diapositive 3"/>
          <p:cNvSpPr/>
          <p:nvPr/>
        </p:nvSpPr>
        <p:spPr bwMode="auto">
          <a:xfrm>
            <a:off x="3851280" y="9431280"/>
            <a:ext cx="2945880" cy="496439"/>
          </a:xfrm>
          <a:custGeom>
            <a:avLst/>
            <a:gdLst/>
            <a:ahLst/>
            <a:cxnLst/>
            <a:rect l="l" t="t" r="r" b="b"/>
            <a:pathLst>
              <a:path w="21600" h="21600" fill="norm" stroke="1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b">
            <a:noAutofit/>
          </a:bodyPr>
          <a:p>
            <a:pPr algn="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636F1318-1D95-4DCF-A577-FEC53878B836}" type="slidenum">
              <a:rPr lang="fr-FR" sz="1200" b="0" strike="noStrike" spc="-1">
                <a:solidFill>
                  <a:srgbClr val="000000"/>
                </a:solidFill>
                <a:latin typeface="Calibri"/>
              </a:rPr>
              <a:t>6</a:t>
            </a:fld>
            <a:endParaRPr lang="fr-FR" sz="1200" b="0" strike="noStrike" spc="-1">
              <a:latin typeface="Arial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" name="PlaceHolder 1"/>
          <p:cNvSpPr>
            <a:spLocks noGrp="1"/>
          </p:cNvSpPr>
          <p:nvPr>
            <p:ph type="sldImg"/>
          </p:nvPr>
        </p:nvSpPr>
        <p:spPr bwMode="auto">
          <a:xfrm>
            <a:off x="90359" y="744120"/>
            <a:ext cx="6617880" cy="3723840"/>
          </a:xfrm>
          <a:prstGeom prst="rect">
            <a:avLst/>
          </a:prstGeom>
          <a:ln w="0">
            <a:noFill/>
          </a:ln>
        </p:spPr>
      </p:sp>
      <p:sp>
        <p:nvSpPr>
          <p:cNvPr id="184" name="PlaceHolder 2"/>
          <p:cNvSpPr>
            <a:spLocks noGrp="1"/>
          </p:cNvSpPr>
          <p:nvPr>
            <p:ph type="body"/>
          </p:nvPr>
        </p:nvSpPr>
        <p:spPr bwMode="auto">
          <a:xfrm>
            <a:off x="679320" y="4716360"/>
            <a:ext cx="5439960" cy="446868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p>
            <a:pPr>
              <a:defRPr/>
            </a:pPr>
            <a:endParaRPr lang="fr-FR" sz="2000" b="0" strike="noStrike" spc="-1">
              <a:latin typeface="Arial"/>
            </a:endParaRPr>
          </a:p>
        </p:txBody>
      </p:sp>
      <p:sp>
        <p:nvSpPr>
          <p:cNvPr id="185" name="PlaceHolder 3"/>
          <p:cNvSpPr>
            <a:spLocks noGrp="1"/>
          </p:cNvSpPr>
          <p:nvPr>
            <p:ph type="sldNum"/>
          </p:nvPr>
        </p:nvSpPr>
        <p:spPr bwMode="auto">
          <a:xfrm>
            <a:off x="3851280" y="9431280"/>
            <a:ext cx="2945880" cy="496439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b">
            <a:noAutofit/>
          </a:bodyPr>
          <a:p>
            <a:pPr>
              <a:defRPr/>
            </a:pPr>
            <a:endParaRPr lang="fr-FR" sz="2400" b="0" strike="noStrike" spc="-1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5DFEC1F-C25D-1E7E-C8F5-18E2714E7C22}" type="slidenum">
              <a:rPr/>
              <a:t/>
            </a:fld>
            <a:endParaRPr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C23E885-69EB-4168-7B7B-85BE7C48B76B}" type="slidenum">
              <a:rPr/>
              <a:t/>
            </a:fld>
            <a:endParaRPr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2C3CB71-7552-1AAC-57D6-BE1824294E43}" type="slidenum">
              <a:rPr/>
              <a:t/>
            </a:fld>
            <a:endParaRPr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" name="PlaceHolder 1"/>
          <p:cNvSpPr>
            <a:spLocks noGrp="1"/>
          </p:cNvSpPr>
          <p:nvPr>
            <p:ph type="sldImg"/>
          </p:nvPr>
        </p:nvSpPr>
        <p:spPr bwMode="auto">
          <a:xfrm>
            <a:off x="90359" y="744120"/>
            <a:ext cx="6617880" cy="3723840"/>
          </a:xfrm>
          <a:prstGeom prst="rect">
            <a:avLst/>
          </a:prstGeom>
          <a:ln w="0">
            <a:noFill/>
          </a:ln>
        </p:spPr>
      </p:sp>
      <p:sp>
        <p:nvSpPr>
          <p:cNvPr id="199" name="PlaceHolder 2"/>
          <p:cNvSpPr>
            <a:spLocks noGrp="1"/>
          </p:cNvSpPr>
          <p:nvPr>
            <p:ph type="body"/>
          </p:nvPr>
        </p:nvSpPr>
        <p:spPr bwMode="auto">
          <a:xfrm>
            <a:off x="679320" y="4716360"/>
            <a:ext cx="5439960" cy="446868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p>
            <a:pPr>
              <a:defRPr/>
            </a:pPr>
            <a:endParaRPr lang="fr-FR" sz="2000" b="0" strike="noStrike" spc="-1">
              <a:latin typeface="Arial"/>
            </a:endParaRPr>
          </a:p>
        </p:txBody>
      </p:sp>
      <p:sp>
        <p:nvSpPr>
          <p:cNvPr id="200" name="PlaceHolder 3"/>
          <p:cNvSpPr>
            <a:spLocks noGrp="1"/>
          </p:cNvSpPr>
          <p:nvPr>
            <p:ph type="sldNum"/>
          </p:nvPr>
        </p:nvSpPr>
        <p:spPr bwMode="auto">
          <a:xfrm>
            <a:off x="3851280" y="9431280"/>
            <a:ext cx="2945880" cy="496439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b">
            <a:noAutofit/>
          </a:bodyPr>
          <a:p>
            <a:pPr>
              <a:defRPr/>
            </a:pPr>
            <a:endParaRPr lang="fr-FR" sz="2400" b="0" strike="noStrike" spc="-1">
              <a:latin typeface="Times New Roman"/>
            </a:endParaRPr>
          </a:p>
        </p:txBody>
      </p:sp>
    </p:spTree>
  </p:cSld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x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  <a:defRPr/>
            </a:pPr>
            <a:endParaRPr lang="fr-FR" sz="44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 bwMode="auto">
          <a:xfrm>
            <a:off x="609480" y="1604520"/>
            <a:ext cx="1097352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  <a:defRPr/>
            </a:pPr>
            <a:endParaRPr lang="fr-F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,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  <a:defRPr/>
            </a:pPr>
            <a:endParaRPr lang="fr-FR" sz="4400" b="0" strike="noStrike" spc="-1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1097352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itle, 2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  <a:defRPr/>
            </a:pPr>
            <a:endParaRPr lang="fr-FR" sz="4400" b="0" strike="noStrike" spc="-1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53550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 bwMode="auto">
          <a:xfrm>
            <a:off x="6232680" y="1604520"/>
            <a:ext cx="53550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  <a:defRPr/>
            </a:pPr>
            <a:endParaRPr lang="fr-FR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Only" userDrawn="1">
  <p:cSld name="Centere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 bwMode="auto">
          <a:xfrm>
            <a:off x="609480" y="273600"/>
            <a:ext cx="1097352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  <a:defRPr/>
            </a:pPr>
            <a:endParaRPr lang="fr-F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AndObj" userDrawn="1">
  <p:cSld name="Title, 2 Content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  <a:defRPr/>
            </a:pPr>
            <a:endParaRPr lang="fr-FR" sz="4400" b="0" strike="noStrike" spc="-1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53550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 bwMode="auto">
          <a:xfrm>
            <a:off x="6232680" y="1604520"/>
            <a:ext cx="53550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 bwMode="auto">
          <a:xfrm>
            <a:off x="609480" y="3682080"/>
            <a:ext cx="53550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AndTwoObj" userDrawn="1">
  <p:cSld name="Title Content and 2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  <a:defRPr/>
            </a:pPr>
            <a:endParaRPr lang="fr-FR" sz="4400" b="0" strike="noStrike" spc="-1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53550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 bwMode="auto">
          <a:xfrm>
            <a:off x="6232680" y="1604520"/>
            <a:ext cx="53550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 bwMode="auto">
          <a:xfrm>
            <a:off x="6232680" y="3682080"/>
            <a:ext cx="53550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OverTx" userDrawn="1">
  <p:cSld name="Title, 2 Content over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  <a:defRPr/>
            </a:pPr>
            <a:endParaRPr lang="fr-FR" sz="4400" b="0" strike="noStrike" spc="-1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53550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 bwMode="auto">
          <a:xfrm>
            <a:off x="6232680" y="1604520"/>
            <a:ext cx="53550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 bwMode="auto">
          <a:xfrm>
            <a:off x="609480" y="3682080"/>
            <a:ext cx="1097352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OverTx" userDrawn="1">
  <p:cSld name="Title, Content over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  <a:defRPr/>
            </a:pPr>
            <a:endParaRPr lang="fr-FR" sz="4400" b="0" strike="noStrike" spc="-1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1097352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 bwMode="auto">
          <a:xfrm>
            <a:off x="609480" y="3682080"/>
            <a:ext cx="1097352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fourObj" userDrawn="1">
  <p:cSld name="Title, 4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  <a:defRPr/>
            </a:pPr>
            <a:endParaRPr lang="fr-FR" sz="4400" b="0" strike="noStrike" spc="-1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53550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 bwMode="auto">
          <a:xfrm>
            <a:off x="6232680" y="1604520"/>
            <a:ext cx="53550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 bwMode="auto">
          <a:xfrm>
            <a:off x="609480" y="3682080"/>
            <a:ext cx="53550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 bwMode="auto">
          <a:xfrm>
            <a:off x="6232680" y="3682080"/>
            <a:ext cx="53550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Title, 6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  <a:defRPr/>
            </a:pPr>
            <a:endParaRPr lang="fr-FR" sz="4400" b="0" strike="noStrike" spc="-1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3533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 bwMode="auto">
          <a:xfrm>
            <a:off x="4320000" y="1604520"/>
            <a:ext cx="3533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 bwMode="auto">
          <a:xfrm>
            <a:off x="8030520" y="1604520"/>
            <a:ext cx="3533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 bwMode="auto">
          <a:xfrm>
            <a:off x="609480" y="3682080"/>
            <a:ext cx="3533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 bwMode="auto">
          <a:xfrm>
            <a:off x="4320000" y="3682080"/>
            <a:ext cx="3533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 bwMode="auto">
          <a:xfrm>
            <a:off x="8030520" y="3682080"/>
            <a:ext cx="3533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x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  <a:defRPr/>
            </a:pPr>
            <a:endParaRPr lang="fr-FR" sz="4400" b="0" strike="noStrike" spc="-1"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subTitle"/>
          </p:nvPr>
        </p:nvSpPr>
        <p:spPr bwMode="auto">
          <a:xfrm>
            <a:off x="609480" y="1604520"/>
            <a:ext cx="1097352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  <a:defRPr/>
            </a:pPr>
            <a:endParaRPr lang="fr-F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,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  <a:defRPr/>
            </a:pPr>
            <a:endParaRPr lang="fr-FR" sz="4400" b="0" strike="noStrike" spc="-1"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1097352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itle, 2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  <a:defRPr/>
            </a:pPr>
            <a:endParaRPr lang="fr-FR" sz="4400" b="0" strike="noStrike" spc="-1"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53550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/>
          </p:nvPr>
        </p:nvSpPr>
        <p:spPr bwMode="auto">
          <a:xfrm>
            <a:off x="6232680" y="1604520"/>
            <a:ext cx="53550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  <a:defRPr/>
            </a:pPr>
            <a:endParaRPr lang="fr-FR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Only" userDrawn="1">
  <p:cSld name="Centere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subTitle"/>
          </p:nvPr>
        </p:nvSpPr>
        <p:spPr bwMode="auto">
          <a:xfrm>
            <a:off x="609480" y="273600"/>
            <a:ext cx="1097352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  <a:defRPr/>
            </a:pPr>
            <a:endParaRPr lang="fr-F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AndObj" userDrawn="1">
  <p:cSld name="Title, 2 Content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  <a:defRPr/>
            </a:pPr>
            <a:endParaRPr lang="fr-FR" sz="4400" b="0" strike="noStrike" spc="-1"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53550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/>
          </p:nvPr>
        </p:nvSpPr>
        <p:spPr bwMode="auto">
          <a:xfrm>
            <a:off x="6232680" y="1604520"/>
            <a:ext cx="53550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/>
          </p:nvPr>
        </p:nvSpPr>
        <p:spPr bwMode="auto">
          <a:xfrm>
            <a:off x="609480" y="3682080"/>
            <a:ext cx="53550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AndTwoObj" userDrawn="1">
  <p:cSld name="Title Content and 2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  <a:defRPr/>
            </a:pPr>
            <a:endParaRPr lang="fr-FR" sz="4400" b="0" strike="noStrike" spc="-1"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53550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 bwMode="auto">
          <a:xfrm>
            <a:off x="6232680" y="1604520"/>
            <a:ext cx="53550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 bwMode="auto">
          <a:xfrm>
            <a:off x="6232680" y="3682080"/>
            <a:ext cx="53550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OverTx" userDrawn="1">
  <p:cSld name="Title, 2 Content over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  <a:defRPr/>
            </a:pPr>
            <a:endParaRPr lang="fr-FR" sz="4400" b="0" strike="noStrike" spc="-1"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53550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 bwMode="auto">
          <a:xfrm>
            <a:off x="6232680" y="1604520"/>
            <a:ext cx="53550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 bwMode="auto">
          <a:xfrm>
            <a:off x="609480" y="3682080"/>
            <a:ext cx="1097352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OverTx" userDrawn="1">
  <p:cSld name="Title, Content over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  <a:defRPr/>
            </a:pPr>
            <a:endParaRPr lang="fr-FR" sz="4400" b="0" strike="noStrike" spc="-1"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1097352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 bwMode="auto">
          <a:xfrm>
            <a:off x="609480" y="3682080"/>
            <a:ext cx="1097352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fourObj" userDrawn="1">
  <p:cSld name="Title, 4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  <a:defRPr/>
            </a:pPr>
            <a:endParaRPr lang="fr-FR" sz="4400" b="0" strike="noStrike" spc="-1"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53550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/>
          </p:nvPr>
        </p:nvSpPr>
        <p:spPr bwMode="auto">
          <a:xfrm>
            <a:off x="6232680" y="1604520"/>
            <a:ext cx="53550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/>
          </p:nvPr>
        </p:nvSpPr>
        <p:spPr bwMode="auto">
          <a:xfrm>
            <a:off x="609480" y="3682080"/>
            <a:ext cx="53550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  <p:sp>
        <p:nvSpPr>
          <p:cNvPr id="70" name="PlaceHolder 5"/>
          <p:cNvSpPr>
            <a:spLocks noGrp="1"/>
          </p:cNvSpPr>
          <p:nvPr>
            <p:ph/>
          </p:nvPr>
        </p:nvSpPr>
        <p:spPr bwMode="auto">
          <a:xfrm>
            <a:off x="6232680" y="3682080"/>
            <a:ext cx="53550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Title, 6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  <a:defRPr/>
            </a:pPr>
            <a:endParaRPr lang="fr-FR" sz="4400" b="0" strike="noStrike" spc="-1"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3533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 bwMode="auto">
          <a:xfrm>
            <a:off x="4320000" y="1604520"/>
            <a:ext cx="3533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 bwMode="auto">
          <a:xfrm>
            <a:off x="8030520" y="1604520"/>
            <a:ext cx="3533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  <p:sp>
        <p:nvSpPr>
          <p:cNvPr id="75" name="PlaceHolder 5"/>
          <p:cNvSpPr>
            <a:spLocks noGrp="1"/>
          </p:cNvSpPr>
          <p:nvPr>
            <p:ph/>
          </p:nvPr>
        </p:nvSpPr>
        <p:spPr bwMode="auto">
          <a:xfrm>
            <a:off x="609480" y="3682080"/>
            <a:ext cx="3533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  <p:sp>
        <p:nvSpPr>
          <p:cNvPr id="76" name="PlaceHolder 6"/>
          <p:cNvSpPr>
            <a:spLocks noGrp="1"/>
          </p:cNvSpPr>
          <p:nvPr>
            <p:ph/>
          </p:nvPr>
        </p:nvSpPr>
        <p:spPr bwMode="auto">
          <a:xfrm>
            <a:off x="4320000" y="3682080"/>
            <a:ext cx="3533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  <p:sp>
        <p:nvSpPr>
          <p:cNvPr id="77" name="PlaceHolder 7"/>
          <p:cNvSpPr>
            <a:spLocks noGrp="1"/>
          </p:cNvSpPr>
          <p:nvPr>
            <p:ph/>
          </p:nvPr>
        </p:nvSpPr>
        <p:spPr bwMode="auto">
          <a:xfrm>
            <a:off x="8030520" y="3682080"/>
            <a:ext cx="3533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x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  <a:defRPr/>
            </a:pPr>
            <a:endParaRPr lang="fr-FR" sz="4400" b="0" strike="noStrike" spc="-1"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subTitle"/>
          </p:nvPr>
        </p:nvSpPr>
        <p:spPr bwMode="auto">
          <a:xfrm>
            <a:off x="609480" y="1604520"/>
            <a:ext cx="1097352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  <a:defRPr/>
            </a:pPr>
            <a:endParaRPr lang="fr-F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,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  <a:defRPr/>
            </a:pPr>
            <a:endParaRPr lang="fr-FR" sz="4400" b="0" strike="noStrike" spc="-1">
              <a:latin typeface="Arial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1097352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itle, 2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  <a:defRPr/>
            </a:pPr>
            <a:endParaRPr lang="fr-FR" sz="4400" b="0" strike="noStrike" spc="-1">
              <a:latin typeface="Arial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53550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  <p:sp>
        <p:nvSpPr>
          <p:cNvPr id="88" name="PlaceHolder 3"/>
          <p:cNvSpPr>
            <a:spLocks noGrp="1"/>
          </p:cNvSpPr>
          <p:nvPr>
            <p:ph/>
          </p:nvPr>
        </p:nvSpPr>
        <p:spPr bwMode="auto">
          <a:xfrm>
            <a:off x="6232680" y="1604520"/>
            <a:ext cx="53550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  <a:defRPr/>
            </a:pPr>
            <a:endParaRPr lang="fr-FR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Only" userDrawn="1">
  <p:cSld name="Centere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subTitle"/>
          </p:nvPr>
        </p:nvSpPr>
        <p:spPr bwMode="auto">
          <a:xfrm>
            <a:off x="609480" y="273600"/>
            <a:ext cx="1097352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  <a:defRPr/>
            </a:pPr>
            <a:endParaRPr lang="fr-F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AndObj" userDrawn="1">
  <p:cSld name="Title, 2 Content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  <a:defRPr/>
            </a:pPr>
            <a:endParaRPr lang="fr-FR" sz="4400" b="0" strike="noStrike" spc="-1"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53550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/>
          </p:nvPr>
        </p:nvSpPr>
        <p:spPr bwMode="auto">
          <a:xfrm>
            <a:off x="6232680" y="1604520"/>
            <a:ext cx="53550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  <p:sp>
        <p:nvSpPr>
          <p:cNvPr id="94" name="PlaceHolder 4"/>
          <p:cNvSpPr>
            <a:spLocks noGrp="1"/>
          </p:cNvSpPr>
          <p:nvPr>
            <p:ph/>
          </p:nvPr>
        </p:nvSpPr>
        <p:spPr bwMode="auto">
          <a:xfrm>
            <a:off x="609480" y="3682080"/>
            <a:ext cx="53550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AndTwoObj" userDrawn="1">
  <p:cSld name="Title Content and 2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  <a:defRPr/>
            </a:pPr>
            <a:endParaRPr lang="fr-FR" sz="4400" b="0" strike="noStrike" spc="-1">
              <a:latin typeface="Arial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53550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  <p:sp>
        <p:nvSpPr>
          <p:cNvPr id="97" name="PlaceHolder 3"/>
          <p:cNvSpPr>
            <a:spLocks noGrp="1"/>
          </p:cNvSpPr>
          <p:nvPr>
            <p:ph/>
          </p:nvPr>
        </p:nvSpPr>
        <p:spPr bwMode="auto">
          <a:xfrm>
            <a:off x="6232680" y="1604520"/>
            <a:ext cx="53550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  <p:sp>
        <p:nvSpPr>
          <p:cNvPr id="98" name="PlaceHolder 4"/>
          <p:cNvSpPr>
            <a:spLocks noGrp="1"/>
          </p:cNvSpPr>
          <p:nvPr>
            <p:ph/>
          </p:nvPr>
        </p:nvSpPr>
        <p:spPr bwMode="auto">
          <a:xfrm>
            <a:off x="6232680" y="3682080"/>
            <a:ext cx="53550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OverTx" userDrawn="1">
  <p:cSld name="Title, 2 Content over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  <a:defRPr/>
            </a:pPr>
            <a:endParaRPr lang="fr-FR" sz="4400" b="0" strike="noStrike" spc="-1">
              <a:latin typeface="Arial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53550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/>
          </p:nvPr>
        </p:nvSpPr>
        <p:spPr bwMode="auto">
          <a:xfrm>
            <a:off x="6232680" y="1604520"/>
            <a:ext cx="53550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  <p:sp>
        <p:nvSpPr>
          <p:cNvPr id="102" name="PlaceHolder 4"/>
          <p:cNvSpPr>
            <a:spLocks noGrp="1"/>
          </p:cNvSpPr>
          <p:nvPr>
            <p:ph/>
          </p:nvPr>
        </p:nvSpPr>
        <p:spPr bwMode="auto">
          <a:xfrm>
            <a:off x="609480" y="3682080"/>
            <a:ext cx="1097352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OverTx" userDrawn="1">
  <p:cSld name="Title, Content over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  <a:defRPr/>
            </a:pPr>
            <a:endParaRPr lang="fr-FR" sz="4400" b="0" strike="noStrike" spc="-1">
              <a:latin typeface="Arial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1097352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  <p:sp>
        <p:nvSpPr>
          <p:cNvPr id="105" name="PlaceHolder 3"/>
          <p:cNvSpPr>
            <a:spLocks noGrp="1"/>
          </p:cNvSpPr>
          <p:nvPr>
            <p:ph/>
          </p:nvPr>
        </p:nvSpPr>
        <p:spPr bwMode="auto">
          <a:xfrm>
            <a:off x="609480" y="3682080"/>
            <a:ext cx="1097352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fourObj" userDrawn="1">
  <p:cSld name="Title, 4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  <a:defRPr/>
            </a:pPr>
            <a:endParaRPr lang="fr-FR" sz="4400" b="0" strike="noStrike" spc="-1">
              <a:latin typeface="Arial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53550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  <p:sp>
        <p:nvSpPr>
          <p:cNvPr id="108" name="PlaceHolder 3"/>
          <p:cNvSpPr>
            <a:spLocks noGrp="1"/>
          </p:cNvSpPr>
          <p:nvPr>
            <p:ph/>
          </p:nvPr>
        </p:nvSpPr>
        <p:spPr bwMode="auto">
          <a:xfrm>
            <a:off x="6232680" y="1604520"/>
            <a:ext cx="53550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  <p:sp>
        <p:nvSpPr>
          <p:cNvPr id="109" name="PlaceHolder 4"/>
          <p:cNvSpPr>
            <a:spLocks noGrp="1"/>
          </p:cNvSpPr>
          <p:nvPr>
            <p:ph/>
          </p:nvPr>
        </p:nvSpPr>
        <p:spPr bwMode="auto">
          <a:xfrm>
            <a:off x="609480" y="3682080"/>
            <a:ext cx="53550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  <p:sp>
        <p:nvSpPr>
          <p:cNvPr id="110" name="PlaceHolder 5"/>
          <p:cNvSpPr>
            <a:spLocks noGrp="1"/>
          </p:cNvSpPr>
          <p:nvPr>
            <p:ph/>
          </p:nvPr>
        </p:nvSpPr>
        <p:spPr bwMode="auto">
          <a:xfrm>
            <a:off x="6232680" y="3682080"/>
            <a:ext cx="53550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Title, 6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  <a:defRPr/>
            </a:pPr>
            <a:endParaRPr lang="fr-FR" sz="4400" b="0" strike="noStrike" spc="-1">
              <a:latin typeface="Arial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3533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/>
          </p:nvPr>
        </p:nvSpPr>
        <p:spPr bwMode="auto">
          <a:xfrm>
            <a:off x="4320000" y="1604520"/>
            <a:ext cx="3533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  <p:sp>
        <p:nvSpPr>
          <p:cNvPr id="114" name="PlaceHolder 4"/>
          <p:cNvSpPr>
            <a:spLocks noGrp="1"/>
          </p:cNvSpPr>
          <p:nvPr>
            <p:ph/>
          </p:nvPr>
        </p:nvSpPr>
        <p:spPr bwMode="auto">
          <a:xfrm>
            <a:off x="8030520" y="1604520"/>
            <a:ext cx="3533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  <p:sp>
        <p:nvSpPr>
          <p:cNvPr id="115" name="PlaceHolder 5"/>
          <p:cNvSpPr>
            <a:spLocks noGrp="1"/>
          </p:cNvSpPr>
          <p:nvPr>
            <p:ph/>
          </p:nvPr>
        </p:nvSpPr>
        <p:spPr bwMode="auto">
          <a:xfrm>
            <a:off x="609480" y="3682080"/>
            <a:ext cx="3533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  <p:sp>
        <p:nvSpPr>
          <p:cNvPr id="116" name="PlaceHolder 6"/>
          <p:cNvSpPr>
            <a:spLocks noGrp="1"/>
          </p:cNvSpPr>
          <p:nvPr>
            <p:ph/>
          </p:nvPr>
        </p:nvSpPr>
        <p:spPr bwMode="auto">
          <a:xfrm>
            <a:off x="4320000" y="3682080"/>
            <a:ext cx="3533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  <p:sp>
        <p:nvSpPr>
          <p:cNvPr id="117" name="PlaceHolder 7"/>
          <p:cNvSpPr>
            <a:spLocks noGrp="1"/>
          </p:cNvSpPr>
          <p:nvPr>
            <p:ph/>
          </p:nvPr>
        </p:nvSpPr>
        <p:spPr bwMode="auto">
          <a:xfrm>
            <a:off x="8030520" y="3682080"/>
            <a:ext cx="3533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_rels/slideMaster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4.xml"/><Relationship Id="rId13" Type="http://schemas.openxmlformats.org/officeDocument/2006/relationships/theme" Target="../theme/theme2.xml"/><Relationship Id="rId14" Type="http://schemas.openxmlformats.org/officeDocument/2006/relationships/image" Target="../media/image1.png"/></Relationships>
</file>

<file path=ppt/slideMasters/_rels/slideMaster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36.xml"/><Relationship Id="rId13" Type="http://schemas.openxmlformats.org/officeDocument/2006/relationships/theme" Target="../theme/theme3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  <a:defRPr/>
            </a:pPr>
            <a:r>
              <a:rPr lang="fr-FR" sz="4400" b="0" strike="noStrike" spc="-1">
                <a:latin typeface="Arial"/>
              </a:rPr>
              <a:t>Cliquez pour éditer le format du texte-titre</a:t>
            </a:r>
            <a:endParaRPr lang="fr-FR" sz="4400" b="0" strike="noStrike" spc="-1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 bwMode="auto">
          <a:xfrm>
            <a:off x="609480" y="1604520"/>
            <a:ext cx="1097352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fr-FR" sz="3200" b="0" strike="noStrike" spc="-1">
                <a:latin typeface="Arial"/>
              </a:rPr>
              <a:t>Cliquez pour éditer le format du plan de texte</a:t>
            </a:r>
            <a:endParaRPr lang="fr-FR" sz="3200" b="0" strike="noStrike" spc="-1"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fr-FR" sz="2800" b="0" strike="noStrike" spc="-1">
                <a:latin typeface="Arial"/>
              </a:rPr>
              <a:t>Second niveau de plan</a:t>
            </a:r>
            <a:endParaRPr lang="fr-FR" sz="2800" b="0" strike="noStrike" spc="-1"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fr-FR" sz="2400" b="0" strike="noStrike" spc="-1">
                <a:latin typeface="Arial"/>
              </a:rPr>
              <a:t>Troisième niveau de plan</a:t>
            </a:r>
            <a:endParaRPr lang="fr-FR" sz="2400" b="0" strike="noStrike" spc="-1"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fr-FR" sz="2000" b="0" strike="noStrike" spc="-1">
                <a:latin typeface="Arial"/>
              </a:rPr>
              <a:t>Quatrième niveau de plan</a:t>
            </a:r>
            <a:endParaRPr lang="fr-FR" sz="2000" b="0" strike="noStrike" spc="-1"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fr-FR" sz="2000" b="0" strike="noStrike" spc="-1">
                <a:latin typeface="Arial"/>
              </a:rPr>
              <a:t>Cinquième niveau de plan</a:t>
            </a:r>
            <a:endParaRPr lang="fr-FR" sz="2000" b="0" strike="noStrike" spc="-1"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fr-FR" sz="2000" b="0" strike="noStrike" spc="-1">
                <a:latin typeface="Arial"/>
              </a:rPr>
              <a:t>Sixième niveau de plan</a:t>
            </a:r>
            <a:endParaRPr lang="fr-FR" sz="2000" b="0" strike="noStrike" spc="-1"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fr-FR" sz="2000" b="0" strike="noStrike" spc="-1">
                <a:latin typeface="Arial"/>
              </a:rPr>
              <a:t>Septième niveau de plan</a:t>
            </a:r>
            <a:endParaRPr lang="fr-FR" sz="2000" b="0" strike="noStrike" spc="-1"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" name="Rectangle 1"/>
          <p:cNvSpPr/>
          <p:nvPr/>
        </p:nvSpPr>
        <p:spPr bwMode="auto">
          <a:xfrm>
            <a:off x="0" y="6270480"/>
            <a:ext cx="12191760" cy="58716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39" name="Image 2" descr=""/>
          <p:cNvPicPr/>
          <p:nvPr/>
        </p:nvPicPr>
        <p:blipFill>
          <a:blip r:embed="rId14"/>
          <a:stretch/>
        </p:blipFill>
        <p:spPr bwMode="auto">
          <a:xfrm>
            <a:off x="550800" y="6348240"/>
            <a:ext cx="998280" cy="425160"/>
          </a:xfrm>
          <a:prstGeom prst="rect">
            <a:avLst/>
          </a:prstGeom>
          <a:ln w="0">
            <a:noFill/>
          </a:ln>
        </p:spPr>
      </p:pic>
      <p:sp>
        <p:nvSpPr>
          <p:cNvPr id="40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  <a:defRPr/>
            </a:pPr>
            <a:r>
              <a:rPr lang="fr-FR" sz="4400" b="0" strike="noStrike" spc="-1">
                <a:latin typeface="Arial"/>
              </a:rPr>
              <a:t>Cliquez pour éditer le format du texte-titre</a:t>
            </a:r>
            <a:endParaRPr lang="fr-FR" sz="4400" b="0" strike="noStrike" spc="-1"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 bwMode="auto">
          <a:xfrm>
            <a:off x="609480" y="1604520"/>
            <a:ext cx="1097352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fr-FR" sz="3200" b="0" strike="noStrike" spc="-1">
                <a:latin typeface="Arial"/>
              </a:rPr>
              <a:t>Cliquez pour éditer le format du plan de texte</a:t>
            </a:r>
            <a:endParaRPr lang="fr-FR" sz="3200" b="0" strike="noStrike" spc="-1"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fr-FR" sz="2800" b="0" strike="noStrike" spc="-1">
                <a:latin typeface="Arial"/>
              </a:rPr>
              <a:t>Second niveau de plan</a:t>
            </a:r>
            <a:endParaRPr lang="fr-FR" sz="2800" b="0" strike="noStrike" spc="-1"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fr-FR" sz="2400" b="0" strike="noStrike" spc="-1">
                <a:latin typeface="Arial"/>
              </a:rPr>
              <a:t>Troisième niveau de plan</a:t>
            </a:r>
            <a:endParaRPr lang="fr-FR" sz="2400" b="0" strike="noStrike" spc="-1"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fr-FR" sz="2000" b="0" strike="noStrike" spc="-1">
                <a:latin typeface="Arial"/>
              </a:rPr>
              <a:t>Quatrième niveau de plan</a:t>
            </a:r>
            <a:endParaRPr lang="fr-FR" sz="2000" b="0" strike="noStrike" spc="-1"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fr-FR" sz="2000" b="0" strike="noStrike" spc="-1">
                <a:latin typeface="Arial"/>
              </a:rPr>
              <a:t>Cinquième niveau de plan</a:t>
            </a:r>
            <a:endParaRPr lang="fr-FR" sz="2000" b="0" strike="noStrike" spc="-1"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fr-FR" sz="2000" b="0" strike="noStrike" spc="-1">
                <a:latin typeface="Arial"/>
              </a:rPr>
              <a:t>Sixième niveau de plan</a:t>
            </a:r>
            <a:endParaRPr lang="fr-FR" sz="2000" b="0" strike="noStrike" spc="-1"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fr-FR" sz="2000" b="0" strike="noStrike" spc="-1">
                <a:latin typeface="Arial"/>
              </a:rPr>
              <a:t>Septième niveau de plan</a:t>
            </a:r>
            <a:endParaRPr lang="fr-FR" sz="2000" b="0" strike="noStrike" spc="-1"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" name="Rectangle 1"/>
          <p:cNvSpPr/>
          <p:nvPr/>
        </p:nvSpPr>
        <p:spPr bwMode="auto">
          <a:xfrm>
            <a:off x="0" y="6270480"/>
            <a:ext cx="12191760" cy="58716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79" name="Image 2" descr=""/>
          <p:cNvPicPr/>
          <p:nvPr/>
        </p:nvPicPr>
        <p:blipFill>
          <a:blip r:embed="rId14"/>
          <a:stretch/>
        </p:blipFill>
        <p:spPr bwMode="auto">
          <a:xfrm>
            <a:off x="550800" y="6348240"/>
            <a:ext cx="998280" cy="425160"/>
          </a:xfrm>
          <a:prstGeom prst="rect">
            <a:avLst/>
          </a:prstGeom>
          <a:ln w="0">
            <a:noFill/>
          </a:ln>
        </p:spPr>
      </p:pic>
      <p:sp>
        <p:nvSpPr>
          <p:cNvPr id="80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  <a:defRPr/>
            </a:pPr>
            <a:r>
              <a:rPr lang="fr-FR" sz="4400" b="0" strike="noStrike" spc="-1">
                <a:latin typeface="Arial"/>
              </a:rPr>
              <a:t>Cliquez pour éditer le format du texte-titre</a:t>
            </a:r>
            <a:endParaRPr lang="fr-FR" sz="4400" b="0" strike="noStrike" spc="-1">
              <a:latin typeface="Arial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 type="body"/>
          </p:nvPr>
        </p:nvSpPr>
        <p:spPr bwMode="auto">
          <a:xfrm>
            <a:off x="609480" y="1604520"/>
            <a:ext cx="1097352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fr-FR" sz="3200" b="0" strike="noStrike" spc="-1">
                <a:latin typeface="Arial"/>
              </a:rPr>
              <a:t>Cliquez pour éditer le format du plan de texte</a:t>
            </a:r>
            <a:endParaRPr lang="fr-FR" sz="3200" b="0" strike="noStrike" spc="-1"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fr-FR" sz="2800" b="0" strike="noStrike" spc="-1">
                <a:latin typeface="Arial"/>
              </a:rPr>
              <a:t>Second niveau de plan</a:t>
            </a:r>
            <a:endParaRPr lang="fr-FR" sz="2800" b="0" strike="noStrike" spc="-1"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fr-FR" sz="2400" b="0" strike="noStrike" spc="-1">
                <a:latin typeface="Arial"/>
              </a:rPr>
              <a:t>Troisième niveau de plan</a:t>
            </a:r>
            <a:endParaRPr lang="fr-FR" sz="2400" b="0" strike="noStrike" spc="-1"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fr-FR" sz="2000" b="0" strike="noStrike" spc="-1">
                <a:latin typeface="Arial"/>
              </a:rPr>
              <a:t>Quatrième niveau de plan</a:t>
            </a:r>
            <a:endParaRPr lang="fr-FR" sz="2000" b="0" strike="noStrike" spc="-1"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fr-FR" sz="2000" b="0" strike="noStrike" spc="-1">
                <a:latin typeface="Arial"/>
              </a:rPr>
              <a:t>Cinquième niveau de plan</a:t>
            </a:r>
            <a:endParaRPr lang="fr-FR" sz="2000" b="0" strike="noStrike" spc="-1"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fr-FR" sz="2000" b="0" strike="noStrike" spc="-1">
                <a:latin typeface="Arial"/>
              </a:rPr>
              <a:t>Sixième niveau de plan</a:t>
            </a:r>
            <a:endParaRPr lang="fr-FR" sz="2000" b="0" strike="noStrike" spc="-1"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fr-FR" sz="2000" b="0" strike="noStrike" spc="-1">
                <a:latin typeface="Arial"/>
              </a:rPr>
              <a:t>Septième niveau de plan</a:t>
            </a:r>
            <a:endParaRPr lang="fr-FR" sz="2000" b="0" strike="noStrike" spc="-1"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jpg"/><Relationship Id="rId4" Type="http://schemas.openxmlformats.org/officeDocument/2006/relationships/image" Target="../media/image6.jp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jpg"/><Relationship Id="rId4" Type="http://schemas.openxmlformats.org/officeDocument/2006/relationships/image" Target="../media/image9.jp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" name="Rectangle 1"/>
          <p:cNvSpPr/>
          <p:nvPr/>
        </p:nvSpPr>
        <p:spPr bwMode="auto">
          <a:xfrm>
            <a:off x="1523880" y="3144960"/>
            <a:ext cx="9153359" cy="82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ct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fr-FR" sz="2400" b="0" strike="noStrike" spc="-1">
                <a:solidFill>
                  <a:srgbClr val="000000"/>
                </a:solidFill>
                <a:latin typeface="Sofia Pro Bold"/>
                <a:ea typeface="DejaVu Sans"/>
              </a:rPr>
              <a:t>ZG6 </a:t>
            </a:r>
            <a:endParaRPr lang="fr-FR" sz="2400" b="0" strike="noStrike" spc="0">
              <a:solidFill>
                <a:srgbClr val="000000"/>
              </a:solidFill>
              <a:latin typeface="Sofia Pro Bold"/>
              <a:ea typeface="DejaVu Sans"/>
            </a:endParaRPr>
          </a:p>
          <a:p>
            <a:pPr algn="ct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399" algn="l"/>
              </a:tabLst>
              <a:defRPr/>
            </a:pPr>
            <a:r>
              <a:rPr lang="fr-FR" sz="2400" b="0" strike="noStrike" spc="0">
                <a:solidFill>
                  <a:srgbClr val="000000"/>
                </a:solidFill>
                <a:latin typeface="Sofia Pro Bold"/>
                <a:ea typeface="DejaVu Sans"/>
              </a:rPr>
              <a:t>Semaine 1 Présentation</a:t>
            </a:r>
            <a:endParaRPr lang="fr-FR" sz="2400" b="0" strike="noStrike" spc="0">
              <a:latin typeface="Arial"/>
            </a:endParaRPr>
          </a:p>
        </p:txBody>
      </p:sp>
      <p:grpSp>
        <p:nvGrpSpPr>
          <p:cNvPr id="125" name="Groupe 2"/>
          <p:cNvGrpSpPr/>
          <p:nvPr/>
        </p:nvGrpSpPr>
        <p:grpSpPr bwMode="auto">
          <a:xfrm>
            <a:off x="4383000" y="4191120"/>
            <a:ext cx="3423600" cy="55080"/>
            <a:chOff x="4383000" y="4191120"/>
            <a:chExt cx="3423600" cy="55080"/>
          </a:xfrm>
        </p:grpSpPr>
        <p:sp>
          <p:nvSpPr>
            <p:cNvPr id="126" name="Rectangle 15"/>
            <p:cNvSpPr/>
            <p:nvPr/>
          </p:nvSpPr>
          <p:spPr bwMode="auto">
            <a:xfrm>
              <a:off x="4383000" y="4191120"/>
              <a:ext cx="1140840" cy="55080"/>
            </a:xfrm>
            <a:prstGeom prst="rect">
              <a:avLst/>
            </a:prstGeom>
            <a:solidFill>
              <a:srgbClr val="EE8A1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7" name="Rectangle 16"/>
            <p:cNvSpPr/>
            <p:nvPr/>
          </p:nvSpPr>
          <p:spPr bwMode="auto">
            <a:xfrm>
              <a:off x="5524200" y="4191120"/>
              <a:ext cx="1141200" cy="55080"/>
            </a:xfrm>
            <a:prstGeom prst="rect">
              <a:avLst/>
            </a:prstGeom>
            <a:solidFill>
              <a:srgbClr val="96D4E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8" name="Rectangle 17"/>
            <p:cNvSpPr/>
            <p:nvPr/>
          </p:nvSpPr>
          <p:spPr bwMode="auto">
            <a:xfrm>
              <a:off x="6665760" y="4191120"/>
              <a:ext cx="1140840" cy="55080"/>
            </a:xfrm>
            <a:prstGeom prst="rect">
              <a:avLst/>
            </a:prstGeom>
            <a:solidFill>
              <a:srgbClr val="ED759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29" name="Rectangle 18"/>
          <p:cNvSpPr/>
          <p:nvPr/>
        </p:nvSpPr>
        <p:spPr bwMode="auto">
          <a:xfrm>
            <a:off x="2279520" y="404640"/>
            <a:ext cx="1728720" cy="11523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30" name="Image 14" descr=""/>
          <p:cNvPicPr/>
          <p:nvPr/>
        </p:nvPicPr>
        <p:blipFill>
          <a:blip r:embed="rId3"/>
          <a:stretch/>
        </p:blipFill>
        <p:spPr bwMode="auto">
          <a:xfrm>
            <a:off x="4730760" y="1455840"/>
            <a:ext cx="2730240" cy="1150560"/>
          </a:xfrm>
          <a:prstGeom prst="rect">
            <a:avLst/>
          </a:prstGeom>
          <a:ln w="0">
            <a:noFill/>
          </a:ln>
        </p:spPr>
      </p:pic>
      <p:sp>
        <p:nvSpPr>
          <p:cNvPr id="131" name="Rectangle 1"/>
          <p:cNvSpPr/>
          <p:nvPr/>
        </p:nvSpPr>
        <p:spPr bwMode="auto">
          <a:xfrm>
            <a:off x="1523880" y="4430880"/>
            <a:ext cx="9136079" cy="91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ct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fr-FR" sz="1800" b="0" strike="noStrike" spc="-1">
                <a:solidFill>
                  <a:srgbClr val="000000"/>
                </a:solidFill>
                <a:latin typeface="Sofia Pro Bold"/>
                <a:ea typeface="DejaVu Sans"/>
              </a:rPr>
              <a:t>Équipe 2 : Fromager Louis / Turpin Antoine / Bertucat Antoine / </a:t>
            </a:r>
            <a:endParaRPr lang="fr-FR" sz="1800" b="0" strike="noStrike" spc="0">
              <a:solidFill>
                <a:srgbClr val="000000"/>
              </a:solidFill>
              <a:latin typeface="Sofia Pro Bold"/>
              <a:ea typeface="DejaVu Sans"/>
            </a:endParaRPr>
          </a:p>
          <a:p>
            <a:pPr algn="ct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399" algn="l"/>
              </a:tabLst>
              <a:defRPr/>
            </a:pPr>
            <a:r>
              <a:rPr sz="180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Vermeulen Mathys /</a:t>
            </a:r>
            <a:r>
              <a:rPr sz="180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180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Fildier Roma</a:t>
            </a:r>
            <a:r>
              <a:rPr sz="180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in</a:t>
            </a:r>
            <a:endParaRPr sz="1800" b="0" strike="noStrike" spc="0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fr-FR" sz="1800" b="0" strike="noStrike" spc="-1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644240"/>
            <a:ext cx="10972440" cy="71856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p>
            <a:pPr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fr-FR" sz="2600" b="0" strike="noStrike" spc="-1">
                <a:solidFill>
                  <a:srgbClr val="EE8A1C"/>
                </a:solidFill>
                <a:latin typeface="Sofia Pro Black"/>
              </a:rPr>
              <a:t>Diagramme d’Architecture</a:t>
            </a:r>
            <a:endParaRPr lang="fr-FR" sz="2600" b="0" strike="noStrike" spc="-1">
              <a:latin typeface="Arial"/>
            </a:endParaRPr>
          </a:p>
        </p:txBody>
      </p:sp>
      <p:sp>
        <p:nvSpPr>
          <p:cNvPr id="133" name="Espace réservé du numéro de diapositive 2"/>
          <p:cNvSpPr/>
          <p:nvPr/>
        </p:nvSpPr>
        <p:spPr bwMode="auto">
          <a:xfrm>
            <a:off x="10609200" y="6356520"/>
            <a:ext cx="972720" cy="364680"/>
          </a:xfrm>
          <a:custGeom>
            <a:avLst/>
            <a:gdLst/>
            <a:ahLst/>
            <a:cxnLst/>
            <a:rect l="l" t="t" r="r" b="b"/>
            <a:pathLst>
              <a:path w="21600" h="21600" fill="norm" stroke="1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 algn="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469A79D9-B065-4914-802C-70D62E3FF20D}" type="slidenum">
              <a:rPr lang="fr-FR" sz="1700" b="0" strike="noStrike" spc="-1">
                <a:solidFill>
                  <a:srgbClr val="FFFFFF"/>
                </a:solidFill>
                <a:latin typeface="Sofia Pro Black"/>
                <a:ea typeface="DejaVu Sans"/>
              </a:rPr>
              <a:t>&lt;numéro&gt;</a:t>
            </a:fld>
            <a:endParaRPr lang="fr-FR" sz="1700" b="0" strike="noStrike" spc="-1">
              <a:latin typeface="Arial"/>
            </a:endParaRPr>
          </a:p>
        </p:txBody>
      </p:sp>
      <p:sp>
        <p:nvSpPr>
          <p:cNvPr id="134" name="Espace réservé de la date 3"/>
          <p:cNvSpPr/>
          <p:nvPr/>
        </p:nvSpPr>
        <p:spPr bwMode="auto">
          <a:xfrm>
            <a:off x="7026120" y="6453360"/>
            <a:ext cx="3390840" cy="215280"/>
          </a:xfrm>
          <a:custGeom>
            <a:avLst/>
            <a:gdLst/>
            <a:ahLst/>
            <a:cxnLst/>
            <a:rect l="l" t="t" r="r" b="b"/>
            <a:pathLst>
              <a:path w="21600" h="21600" fill="norm" stroke="1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fr-FR" sz="800" b="0" strike="noStrike" spc="-1">
                <a:solidFill>
                  <a:srgbClr val="898989"/>
                </a:solidFill>
                <a:latin typeface="Sofia Pro Light"/>
                <a:ea typeface="DejaVu Sans"/>
              </a:rPr>
              <a:t>Équipe 2</a:t>
            </a:r>
            <a:endParaRPr lang="fr-FR" sz="800" b="0" strike="noStrike" spc="-1">
              <a:latin typeface="Arial"/>
            </a:endParaRPr>
          </a:p>
        </p:txBody>
      </p:sp>
      <p:sp>
        <p:nvSpPr>
          <p:cNvPr id="135" name="Espace réservé du pied de page 4"/>
          <p:cNvSpPr/>
          <p:nvPr/>
        </p:nvSpPr>
        <p:spPr bwMode="auto">
          <a:xfrm>
            <a:off x="1871640" y="6345720"/>
            <a:ext cx="4992480" cy="215280"/>
          </a:xfrm>
          <a:custGeom>
            <a:avLst/>
            <a:gdLst/>
            <a:ahLst/>
            <a:cxnLst/>
            <a:rect l="l" t="t" r="r" b="b"/>
            <a:pathLst>
              <a:path w="21600" h="21600" fill="norm" stroke="1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sz="1800" b="0" strike="noStrike" spc="-1">
              <a:solidFill>
                <a:schemeClr val="bg1"/>
              </a:solidFill>
              <a:latin typeface="Arial"/>
            </a:endParaRPr>
          </a:p>
        </p:txBody>
      </p:sp>
      <p:sp>
        <p:nvSpPr>
          <p:cNvPr id="136" name="Espace réservé du contenu 3"/>
          <p:cNvSpPr/>
          <p:nvPr/>
        </p:nvSpPr>
        <p:spPr bwMode="auto">
          <a:xfrm>
            <a:off x="550800" y="3141720"/>
            <a:ext cx="10945440" cy="1582200"/>
          </a:xfrm>
          <a:custGeom>
            <a:avLst/>
            <a:gdLst/>
            <a:ahLst/>
            <a:cxnLst/>
            <a:rect l="l" t="t" r="r" b="b"/>
            <a:pathLst>
              <a:path w="21600" h="21600" fill="norm" stroke="1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>
              <a:defRPr/>
            </a:pPr>
            <a:endParaRPr/>
          </a:p>
        </p:txBody>
      </p:sp>
      <p:pic>
        <p:nvPicPr>
          <p:cNvPr id="117816875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9245" y="1670329"/>
            <a:ext cx="12032909" cy="296682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2759871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489515" y="1083468"/>
            <a:ext cx="4216030" cy="4216030"/>
          </a:xfrm>
          <a:prstGeom prst="rect">
            <a:avLst/>
          </a:prstGeom>
        </p:spPr>
      </p:pic>
      <p:sp>
        <p:nvSpPr>
          <p:cNvPr id="527380783" name="PlaceHolder 1"/>
          <p:cNvSpPr>
            <a:spLocks noGrp="1"/>
          </p:cNvSpPr>
          <p:nvPr/>
        </p:nvSpPr>
        <p:spPr bwMode="auto">
          <a:xfrm>
            <a:off x="609480" y="644239"/>
            <a:ext cx="10972440" cy="71856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399" algn="l"/>
              </a:tabLst>
              <a:defRPr/>
            </a:pPr>
            <a:r>
              <a:rPr lang="fr-FR" sz="2600" b="0" strike="noStrike" spc="0">
                <a:solidFill>
                  <a:srgbClr val="EE8A1C"/>
                </a:solidFill>
                <a:latin typeface="Sofia Pro Black"/>
              </a:rPr>
              <a:t>Carte son </a:t>
            </a:r>
            <a:endParaRPr lang="fr-FR" sz="2600" b="0" strike="noStrike" spc="0">
              <a:latin typeface="Arial"/>
            </a:endParaRPr>
          </a:p>
        </p:txBody>
      </p:sp>
      <p:pic>
        <p:nvPicPr>
          <p:cNvPr id="178958584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1371479" y="1428139"/>
            <a:ext cx="4001718" cy="400171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6467278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987489" y="1958661"/>
            <a:ext cx="5734049" cy="2752723"/>
          </a:xfrm>
          <a:prstGeom prst="rect">
            <a:avLst/>
          </a:prstGeom>
        </p:spPr>
      </p:pic>
      <p:sp>
        <p:nvSpPr>
          <p:cNvPr id="1507471833" name="PlaceHolder 1"/>
          <p:cNvSpPr>
            <a:spLocks noGrp="1"/>
          </p:cNvSpPr>
          <p:nvPr/>
        </p:nvSpPr>
        <p:spPr bwMode="auto">
          <a:xfrm>
            <a:off x="609480" y="644239"/>
            <a:ext cx="10972440" cy="71856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399" algn="l"/>
              </a:tabLst>
              <a:defRPr/>
            </a:pPr>
            <a:r>
              <a:rPr lang="fr-FR" sz="2600" b="0" strike="noStrike" spc="0">
                <a:solidFill>
                  <a:srgbClr val="EE8A1C"/>
                </a:solidFill>
                <a:latin typeface="Sofia Pro Black"/>
              </a:rPr>
              <a:t>Interface Graphique</a:t>
            </a:r>
            <a:endParaRPr lang="fr-FR" sz="2600" b="0" strike="noStrike" spc="0">
              <a:latin typeface="Arial"/>
            </a:endParaRPr>
          </a:p>
        </p:txBody>
      </p:sp>
      <p:sp>
        <p:nvSpPr>
          <p:cNvPr id="1594929238" name="Espace réservé de la date 3"/>
          <p:cNvSpPr/>
          <p:nvPr/>
        </p:nvSpPr>
        <p:spPr bwMode="auto">
          <a:xfrm>
            <a:off x="7026120" y="6453360"/>
            <a:ext cx="3390840" cy="215280"/>
          </a:xfrm>
          <a:custGeom>
            <a:avLst/>
            <a:gdLst/>
            <a:ahLst/>
            <a:cxnLst/>
            <a:rect l="l" t="t" r="r" b="b"/>
            <a:pathLst>
              <a:path w="21600" h="21600" fill="norm" stroke="1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399" algn="l"/>
              </a:tabLst>
              <a:defRPr/>
            </a:pPr>
            <a:r>
              <a:rPr lang="fr-FR" sz="800" b="0" strike="noStrike" spc="0">
                <a:solidFill>
                  <a:srgbClr val="898989"/>
                </a:solidFill>
                <a:latin typeface="Sofia Pro Light"/>
                <a:ea typeface="DejaVu Sans"/>
              </a:rPr>
              <a:t>Équipe 2</a:t>
            </a:r>
            <a:endParaRPr lang="fr-FR" sz="800" b="0" strike="noStrike" spc="0">
              <a:latin typeface="Arial"/>
            </a:endParaRPr>
          </a:p>
        </p:txBody>
      </p:sp>
      <p:sp>
        <p:nvSpPr>
          <p:cNvPr id="1022788317" name="Espace réservé du numéro de diapositive 2"/>
          <p:cNvSpPr/>
          <p:nvPr/>
        </p:nvSpPr>
        <p:spPr bwMode="auto">
          <a:xfrm>
            <a:off x="10609200" y="6356520"/>
            <a:ext cx="972720" cy="364680"/>
          </a:xfrm>
          <a:custGeom>
            <a:avLst/>
            <a:gdLst/>
            <a:ahLst/>
            <a:cxnLst/>
            <a:rect l="l" t="t" r="r" b="b"/>
            <a:pathLst>
              <a:path w="21600" h="21600" fill="norm" stroke="1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 algn="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399" algn="l"/>
              </a:tabLst>
              <a:defRPr/>
            </a:pPr>
            <a:fld id="{99C28BA2-80E8-A660-8C2C-70BB5A55B1B2}" type="slidenum">
              <a:rPr lang="fr-FR" sz="1700" b="0" strike="noStrike" spc="0">
                <a:solidFill>
                  <a:srgbClr val="FFFFFF"/>
                </a:solidFill>
                <a:latin typeface="Sofia Pro Black"/>
                <a:ea typeface="DejaVu Sans"/>
              </a:rPr>
              <a:t/>
            </a:fld>
            <a:endParaRPr lang="fr-FR" sz="1700" b="0" strike="noStrike" spc="0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2824576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542781" y="1661689"/>
            <a:ext cx="3221091" cy="4294788"/>
          </a:xfrm>
          <a:prstGeom prst="rect">
            <a:avLst/>
          </a:prstGeom>
        </p:spPr>
      </p:pic>
      <p:pic>
        <p:nvPicPr>
          <p:cNvPr id="1357366225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095999" y="1681624"/>
            <a:ext cx="3202309" cy="4274853"/>
          </a:xfrm>
          <a:prstGeom prst="rect">
            <a:avLst/>
          </a:prstGeom>
        </p:spPr>
      </p:pic>
      <p:sp>
        <p:nvSpPr>
          <p:cNvPr id="1781060963" name="PlaceHolder 1"/>
          <p:cNvSpPr>
            <a:spLocks noGrp="1"/>
          </p:cNvSpPr>
          <p:nvPr/>
        </p:nvSpPr>
        <p:spPr bwMode="auto">
          <a:xfrm>
            <a:off x="609480" y="644239"/>
            <a:ext cx="10972440" cy="71856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399" algn="l"/>
              </a:tabLst>
              <a:defRPr/>
            </a:pPr>
            <a:r>
              <a:rPr lang="fr-FR" sz="2600" b="0" strike="noStrike" spc="0">
                <a:solidFill>
                  <a:srgbClr val="EE8A1C"/>
                </a:solidFill>
                <a:latin typeface="Sofia Pro Black"/>
              </a:rPr>
              <a:t>Rendu Final</a:t>
            </a:r>
            <a:endParaRPr lang="fr-FR" sz="2600" b="0" strike="noStrike" spc="0">
              <a:latin typeface="Arial"/>
            </a:endParaRPr>
          </a:p>
        </p:txBody>
      </p:sp>
      <p:sp>
        <p:nvSpPr>
          <p:cNvPr id="1973620291" name="Espace réservé de la date 3"/>
          <p:cNvSpPr/>
          <p:nvPr/>
        </p:nvSpPr>
        <p:spPr bwMode="auto">
          <a:xfrm>
            <a:off x="7026120" y="6453360"/>
            <a:ext cx="3390840" cy="215280"/>
          </a:xfrm>
          <a:custGeom>
            <a:avLst/>
            <a:gdLst/>
            <a:ahLst/>
            <a:cxnLst/>
            <a:rect l="l" t="t" r="r" b="b"/>
            <a:pathLst>
              <a:path w="21600" h="21600" fill="norm" stroke="1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399" algn="l"/>
              </a:tabLst>
              <a:defRPr/>
            </a:pPr>
            <a:r>
              <a:rPr lang="fr-FR" sz="800" b="0" strike="noStrike" spc="0">
                <a:solidFill>
                  <a:srgbClr val="898989"/>
                </a:solidFill>
                <a:latin typeface="Sofia Pro Light"/>
                <a:ea typeface="DejaVu Sans"/>
              </a:rPr>
              <a:t>Équipe 2</a:t>
            </a:r>
            <a:endParaRPr lang="fr-FR" sz="800" b="0" strike="noStrike" spc="0">
              <a:latin typeface="Arial"/>
            </a:endParaRPr>
          </a:p>
        </p:txBody>
      </p:sp>
      <p:sp>
        <p:nvSpPr>
          <p:cNvPr id="1904928301" name="Espace réservé du numéro de diapositive 2"/>
          <p:cNvSpPr/>
          <p:nvPr/>
        </p:nvSpPr>
        <p:spPr bwMode="auto">
          <a:xfrm>
            <a:off x="10609200" y="6356520"/>
            <a:ext cx="972720" cy="364680"/>
          </a:xfrm>
          <a:custGeom>
            <a:avLst/>
            <a:gdLst/>
            <a:ahLst/>
            <a:cxnLst/>
            <a:rect l="l" t="t" r="r" b="b"/>
            <a:pathLst>
              <a:path w="21600" h="21600" fill="norm" stroke="1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 algn="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399" algn="l"/>
              </a:tabLst>
              <a:defRPr/>
            </a:pPr>
            <a:fld id="{0AB2B61A-A19E-93BF-4FA5-C9440CBFFD88}" type="slidenum">
              <a:rPr lang="fr-FR" sz="1700" b="0" strike="noStrike" spc="0">
                <a:solidFill>
                  <a:srgbClr val="FFFFFF"/>
                </a:solidFill>
                <a:latin typeface="Sofia Pro Black"/>
                <a:ea typeface="DejaVu Sans"/>
              </a:rPr>
              <a:t/>
            </a:fld>
            <a:endParaRPr lang="fr-FR" sz="1700" b="0" strike="noStrike" spc="0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" name="Espace réservé du numéro de diapositive 2"/>
          <p:cNvSpPr/>
          <p:nvPr/>
        </p:nvSpPr>
        <p:spPr bwMode="auto">
          <a:xfrm>
            <a:off x="11219040" y="6356520"/>
            <a:ext cx="972720" cy="364680"/>
          </a:xfrm>
          <a:custGeom>
            <a:avLst/>
            <a:gdLst/>
            <a:ahLst/>
            <a:cxnLst/>
            <a:rect l="l" t="t" r="r" b="b"/>
            <a:pathLst>
              <a:path w="21600" h="21600" fill="norm" stroke="1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F96F0EF4-D611-4F4B-867B-596D26F94F8C}" type="slidenum">
              <a:rPr lang="fr-FR" sz="1800" b="0" strike="noStrike" spc="-1">
                <a:solidFill>
                  <a:srgbClr val="FFFFFF"/>
                </a:solidFill>
                <a:latin typeface="Sofia Pro Black"/>
                <a:ea typeface="DejaVu Sans"/>
              </a:rPr>
              <a:t>6</a:t>
            </a:fld>
            <a:endParaRPr lang="fr-FR" sz="1800" b="0" strike="noStrike" spc="-1">
              <a:latin typeface="Arial"/>
            </a:endParaRPr>
          </a:p>
        </p:txBody>
      </p:sp>
      <p:sp>
        <p:nvSpPr>
          <p:cNvPr id="174" name="Rectangle 1"/>
          <p:cNvSpPr/>
          <p:nvPr/>
        </p:nvSpPr>
        <p:spPr bwMode="auto">
          <a:xfrm>
            <a:off x="4384800" y="3643200"/>
            <a:ext cx="3423600" cy="82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ct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fr-FR" sz="2400" b="0" strike="noStrike" spc="-1">
                <a:solidFill>
                  <a:srgbClr val="000000"/>
                </a:solidFill>
                <a:latin typeface="Sofia Pro Bold"/>
                <a:ea typeface="DejaVu Sans"/>
              </a:rPr>
              <a:t>MERCI POUR VOTRE ATTENTION</a:t>
            </a:r>
            <a:endParaRPr lang="fr-FR" sz="2400" b="0" strike="noStrike" spc="-1">
              <a:latin typeface="Arial"/>
            </a:endParaRPr>
          </a:p>
        </p:txBody>
      </p:sp>
      <p:grpSp>
        <p:nvGrpSpPr>
          <p:cNvPr id="175" name="Groupe 2"/>
          <p:cNvGrpSpPr/>
          <p:nvPr/>
        </p:nvGrpSpPr>
        <p:grpSpPr bwMode="auto">
          <a:xfrm>
            <a:off x="4383000" y="4722840"/>
            <a:ext cx="3423600" cy="55080"/>
            <a:chOff x="4383000" y="4722840"/>
            <a:chExt cx="3423600" cy="55080"/>
          </a:xfrm>
        </p:grpSpPr>
        <p:sp>
          <p:nvSpPr>
            <p:cNvPr id="176" name="Rectangle 8"/>
            <p:cNvSpPr/>
            <p:nvPr/>
          </p:nvSpPr>
          <p:spPr bwMode="auto">
            <a:xfrm>
              <a:off x="4383000" y="4722840"/>
              <a:ext cx="1140840" cy="55080"/>
            </a:xfrm>
            <a:prstGeom prst="rect">
              <a:avLst/>
            </a:prstGeom>
            <a:solidFill>
              <a:srgbClr val="EE8A1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7" name="Rectangle 9"/>
            <p:cNvSpPr/>
            <p:nvPr/>
          </p:nvSpPr>
          <p:spPr bwMode="auto">
            <a:xfrm>
              <a:off x="5524200" y="4722840"/>
              <a:ext cx="1141200" cy="55080"/>
            </a:xfrm>
            <a:prstGeom prst="rect">
              <a:avLst/>
            </a:prstGeom>
            <a:solidFill>
              <a:srgbClr val="96D4E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8" name="Rectangle 10"/>
            <p:cNvSpPr/>
            <p:nvPr/>
          </p:nvSpPr>
          <p:spPr bwMode="auto">
            <a:xfrm>
              <a:off x="6665760" y="4722840"/>
              <a:ext cx="1140840" cy="55080"/>
            </a:xfrm>
            <a:prstGeom prst="rect">
              <a:avLst/>
            </a:prstGeom>
            <a:solidFill>
              <a:srgbClr val="ED759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pic>
        <p:nvPicPr>
          <p:cNvPr id="179" name="Image 12" descr=""/>
          <p:cNvPicPr/>
          <p:nvPr/>
        </p:nvPicPr>
        <p:blipFill>
          <a:blip r:embed="rId3"/>
          <a:stretch/>
        </p:blipFill>
        <p:spPr bwMode="auto">
          <a:xfrm>
            <a:off x="4730760" y="1700280"/>
            <a:ext cx="2730240" cy="115056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_rels/theme3.xml.rels><?xml version="1.0" encoding="UTF-8" standalone="yes"?><Relationships xmlns="http://schemas.openxmlformats.org/package/2006/relationships"></Relationships>
</file>

<file path=ppt/theme/_rels/theme4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3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4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onlyoffice/8.1.1.26</Application>
  <DocSecurity>0</DocSecurity>
  <PresentationFormat/>
  <Paragraphs>0</Paragraphs>
  <Slides>6</Slides>
  <Notes>6</Notes>
  <HiddenSlides>0</HiddenSlides>
  <MMClips>2</MMClips>
  <ScaleCrop>0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Theme 1</vt:lpstr>
      <vt:lpstr>Theme 2</vt:lpstr>
      <vt:lpstr>Theme 3</vt:lpstr>
      <vt:lpstr>Slide 1</vt:lpstr>
      <vt:lpstr>Slide 2</vt:lpstr>
      <vt:lpstr>Slide 3</vt:lpstr>
      <vt:lpstr>Slide 4</vt:lpstr>
      <vt:lpstr>Slide 5</vt:lpstr>
      <vt:lpstr>Slide 6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subject/>
  <dc:creator>stephane</dc:creator>
  <cp:keywords/>
  <dc:description/>
  <dc:identifier/>
  <dc:language>fr-FR</dc:language>
  <cp:lastModifiedBy>Antoine TURPIN</cp:lastModifiedBy>
  <cp:revision>560</cp:revision>
  <dcterms:created xsi:type="dcterms:W3CDTF">2012-07-19T16:45:53Z</dcterms:created>
  <dcterms:modified xsi:type="dcterms:W3CDTF">2025-06-06T09:19:34Z</dcterms:modified>
  <cp:category/>
  <cp:contentStatus/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MClips">
    <vt:i4>2</vt:i4>
  </property>
  <property fmtid="{D5CDD505-2E9C-101B-9397-08002B2CF9AE}" pid="3" name="Notes">
    <vt:i4>7</vt:i4>
  </property>
  <property fmtid="{D5CDD505-2E9C-101B-9397-08002B2CF9AE}" pid="4" name="Slides">
    <vt:i4>7</vt:i4>
  </property>
</Properties>
</file>